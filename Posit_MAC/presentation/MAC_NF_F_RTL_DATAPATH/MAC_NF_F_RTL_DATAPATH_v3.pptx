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b50c4c62ff46fe" /><Relationship Type="http://schemas.openxmlformats.org/officeDocument/2006/relationships/extended-properties" Target="/docProps/app.xml" Id="Re5c53eebcb1f4540" /><Relationship Type="http://schemas.openxmlformats.org/officeDocument/2006/relationships/officeDocument" Target="/ppt/presentation.xml" Id="Rfc0eadde5e8e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96323a170b4dd5"/>
  </p:sldMasterIdLst>
  <p:notesMasterIdLst>
    <p:notesMasterId xmlns:r="http://schemas.openxmlformats.org/officeDocument/2006/relationships" r:id="R6b3adba2ea9d4d0d"/>
  </p:notesMasterIdLst>
  <p:sldIdLst>
    <p:sldId xmlns:r="http://schemas.openxmlformats.org/officeDocument/2006/relationships" id="256" r:id="R3161d8904b0547b7"/>
    <p:sldId xmlns:r="http://schemas.openxmlformats.org/officeDocument/2006/relationships" id="257" r:id="R6fdbda26cb6d4f60"/>
    <p:sldId xmlns:r="http://schemas.openxmlformats.org/officeDocument/2006/relationships" id="258" r:id="Re991aeeb809c4492"/>
    <p:sldId xmlns:r="http://schemas.openxmlformats.org/officeDocument/2006/relationships" id="259" r:id="R627f3ddcddb24e8c"/>
    <p:sldId xmlns:r="http://schemas.openxmlformats.org/officeDocument/2006/relationships" id="260" r:id="Rffbee61e74264274"/>
    <p:sldId xmlns:r="http://schemas.openxmlformats.org/officeDocument/2006/relationships" id="261" r:id="Re7406aa38ee842cd"/>
    <p:sldId xmlns:r="http://schemas.openxmlformats.org/officeDocument/2006/relationships" id="262" r:id="R4c435439b8264fb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8dafa4b8749f6" /><Relationship Type="http://schemas.openxmlformats.org/officeDocument/2006/relationships/slideMaster" Target="/ppt/slideMasters/slideMaster1.xml" Id="R4096323a170b4dd5" /><Relationship Type="http://schemas.openxmlformats.org/officeDocument/2006/relationships/notesMaster" Target="/ppt/notesMasters/notesMaster1.xml" Id="R6b3adba2ea9d4d0d" /><Relationship Type="http://schemas.openxmlformats.org/officeDocument/2006/relationships/presProps" Target="/ppt/presProps.xml" Id="Re2c8333270324681" /><Relationship Type="http://schemas.openxmlformats.org/officeDocument/2006/relationships/tableStyles" Target="/ppt/tableStyles.xml" Id="Rb4987b96efb342a4" /><Relationship Type="http://schemas.openxmlformats.org/officeDocument/2006/relationships/slide" Target="/ppt/slides/slide1.xml" Id="R3161d8904b0547b7" /><Relationship Type="http://schemas.openxmlformats.org/officeDocument/2006/relationships/slide" Target="/ppt/slides/slide2.xml" Id="R6fdbda26cb6d4f60" /><Relationship Type="http://schemas.openxmlformats.org/officeDocument/2006/relationships/slide" Target="/ppt/slides/slide3.xml" Id="Re991aeeb809c4492" /><Relationship Type="http://schemas.openxmlformats.org/officeDocument/2006/relationships/slide" Target="/ppt/slides/slide4.xml" Id="R627f3ddcddb24e8c" /><Relationship Type="http://schemas.openxmlformats.org/officeDocument/2006/relationships/slide" Target="/ppt/slides/slide5.xml" Id="Rffbee61e74264274" /><Relationship Type="http://schemas.openxmlformats.org/officeDocument/2006/relationships/slide" Target="/ppt/slides/slide6.xml" Id="Re7406aa38ee842cd" /><Relationship Type="http://schemas.openxmlformats.org/officeDocument/2006/relationships/slide" Target="/ppt/slides/slide7.xml" Id="R4c435439b826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9dbd1caee44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3d613503c547be" /><Relationship Type="http://schemas.openxmlformats.org/officeDocument/2006/relationships/notesMaster" Target="/ppt/notesMasters/notesMaster1.xml" Id="Rd8763d8e1e0f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4bb68896a4346" /><Relationship Type="http://schemas.openxmlformats.org/officeDocument/2006/relationships/notesMaster" Target="/ppt/notesMasters/notesMaster1.xml" Id="R61e86c03e07d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0e52193e344474" /><Relationship Type="http://schemas.openxmlformats.org/officeDocument/2006/relationships/notesMaster" Target="/ppt/notesMasters/notesMaster1.xml" Id="Re7d9848145c1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19b734fbd644b7" /><Relationship Type="http://schemas.openxmlformats.org/officeDocument/2006/relationships/notesMaster" Target="/ppt/notesMasters/notesMaster1.xml" Id="R900c99db578f44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fd1e56032454c" /><Relationship Type="http://schemas.openxmlformats.org/officeDocument/2006/relationships/notesMaster" Target="/ppt/notesMasters/notesMaster1.xml" Id="Re5b0e6d0c193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80bea80cd4072" /><Relationship Type="http://schemas.openxmlformats.org/officeDocument/2006/relationships/notesMaster" Target="/ppt/notesMasters/notesMaster1.xml" Id="R6d328ea831d4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5df5e18bb4413" /><Relationship Type="http://schemas.openxmlformats.org/officeDocument/2006/relationships/notesMaster" Target="/ppt/notesMasters/notesMaster1.xml" Id="R6c46cb863ad4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2\Posit_MAC\rtl\mac_nf\mac_nf_wrapper.sv</a:t>
            </a:r>
          </a:p>
          <a:p xmlns:a="http://schemas.openxmlformats.org/drawingml/2006/main">
            <a:r>
              <a:t>C:\HCMUT\HK261\Do an 2\Posit_MAC\rtl\multiplier\mul_iter_core.sv</a:t>
            </a:r>
          </a:p>
          <a:p xmlns:a="http://schemas.openxmlformats.org/drawingml/2006/main">
            <a:r>
              <a:t>C:\HCMUT\HK261\Do an 2\Posit_MAC\rtl\production_freeze.json</a:t>
            </a:r>
          </a:p>
          <a:p xmlns:a="http://schemas.openxmlformats.org/drawingml/2006/main">
            <a:r>
              <a:t>S01..S14 hoặc S01..S13 là nhóm thanh ghi trên đường kết quả. Các bank A/B/C parser chạy song song, không cộng ba lần số tầng. C_context chốt tại pair_retire và giữ nguyên đến cuối giao dịch, cùng cạnh M0. Các FF config/feedback/reset không cộng nối tiếp vào số tầng dữ liệu. q=max(1,số vòng thực hiện), không mặc định q=n. NF: Lvalid=q+12,H=q+13,II=q+14. F:Lvalid=q+11,H=q+12,II=q+13. RNE product NF tính trên magnitude, sign lưu riêng.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2\Posit_MAC\rtl\mac_f\mac_f_wrapper.sv</a:t>
            </a:r>
          </a:p>
          <a:p xmlns:a="http://schemas.openxmlformats.org/drawingml/2006/main">
            <a:r>
              <a:t>C:\HCMUT\HK261\Do an 2\Posit_MAC\rtl\multiplier\mul_iter_core.sv</a:t>
            </a:r>
          </a:p>
          <a:p xmlns:a="http://schemas.openxmlformats.org/drawingml/2006/main">
            <a:r>
              <a:t>C:\HCMUT\HK261\Do an 2\Posit_MAC\rtl\production_freeze.json</a:t>
            </a:r>
          </a:p>
          <a:p xmlns:a="http://schemas.openxmlformats.org/drawingml/2006/main">
            <a:r>
              <a:t>S01..S14 hoặc S01..S13 là nhóm thanh ghi trên đường kết quả. Các bank A/B/C parser chạy song song, không cộng ba lần số tầng. C_context chốt tại pair_retire và giữ nguyên đến cuối giao dịch, cùng cạnh M0. Các FF config/feedback/reset không cộng nối tiếp vào số tầng dữ liệu. q=max(1,số vòng thực hiện), không mặc định q=n. NF: Lvalid=q+12,H=q+13,II=q+14. F:Lvalid=q+11,H=q+12,II=q+13. RNE product NF tính trên magnitude, sign lưu riêng.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2\Posit_MAC\rtl\parser\posit_parser.sv</a:t>
            </a:r>
          </a:p>
          <a:p xmlns:a="http://schemas.openxmlformats.org/drawingml/2006/main">
            <a:r>
              <a:t>C:\HCMUT\HK261\Do an 2\Posit_MAC\rtl\multiplier\ops_sel_comb.sv</a:t>
            </a:r>
          </a:p>
          <a:p xmlns:a="http://schemas.openxmlformats.org/drawingml/2006/main">
            <a:r>
              <a:t>C:\HCMUT\HK261\Do an 2\Posit_MAC\rtl\mac_nf\mac_nf_wrapper.sv</a:t>
            </a:r>
          </a:p>
          <a:p xmlns:a="http://schemas.openxmlformats.org/drawingml/2006/main">
            <a:r>
              <a:t>Production OPT12 dùng adjacent XOR magnitude[29:0]^magnitude[30:1], append sentinel1, một LOD31bit; không dùng bản tail XOR r trước OPT12. P2 payload29bit dịchcnt, e3bit, frac26bit, scale11signed. OPS count high12 trực tiếp, low14 masked !cfg_mode. Hai data candidates chuẩn bị độc lập count. choose_b chỉ điều khiển2 mux hoán đổi song song, X không có hidden1, Y có hidden1. Bypass Zero/NaR ở wrapper đặt X,Y=0, giữ lịch token. Metadata sign/sf/cut chốt cùng M0; C_context chốt cùng pair_retire.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2\Posit_MAC\rtl\multiplier\mul_iter_core.sv</a:t>
            </a:r>
          </a:p>
          <a:p xmlns:a="http://schemas.openxmlformats.org/drawingml/2006/main">
            <a:r>
              <a:t>C:\HCMUT\HK261\Do an 2\Posit_MAC\rtl\multiplier\iter_ctrl.sv</a:t>
            </a:r>
          </a:p>
          <a:p xmlns:a="http://schemas.openxmlformats.org/drawingml/2006/main">
            <a:r>
              <a:t>C:\HCMUT\HK261\Do an 2\Posit_MAC\rtl\multiplier\sac_step_comb.sv</a:t>
            </a:r>
          </a:p>
          <a:p xmlns:a="http://schemas.openxmlformats.org/drawingml/2006/main">
            <a:r>
              <a:t>C:\HCMUT\HK261\Do an 2\Posit_MAC\rtl\multiplier\sbm_shift_comb.sv</a:t>
            </a:r>
          </a:p>
          <a:p xmlns:a="http://schemas.openxmlformats.org/drawingml/2006/main">
            <a:r>
              <a:t>C:\HCMUT\HK261\Do an 2\Posit_MAC\rtl\multiplier\sbm_accum.sv</a:t>
            </a:r>
          </a:p>
          <a:p xmlns:a="http://schemas.openxmlformats.org/drawingml/2006/main">
            <a:r>
              <a:t>C:\HCMUT\HK261\Do an 2\Posit_MAC\rtl\multiplier\sbm_accum_comb.sv</a:t>
            </a:r>
          </a:p>
          <a:p xmlns:a="http://schemas.openxmlformats.org/drawingml/2006/main">
            <a:r>
              <a:t>M0 gồm launch/context và state fx/scale/count của iter_ctrl. fx vàscale cập nhật mỗiSACstep;Y/sign/sf/mode giữ cảtransaction. L1 token;L2 term vàcontrol;L3 accumulator. first chọn y_base thay acc trước cộngterm. init_only đặt term=0, do đó n0 chỉloadY không Y+Y. FLOOR termlo2=0; numerical_tail làstatus,không jam vào số học. SAC fixedpre_shift1 rồi variableclz, scale+clz+1, exhausted zero/one tree song song. Không có feedback từacc vàoSAC. NF32/3EX1ACC_W54; FEX0ACC_W16,Y13,X12.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2\Posit_MAC\rtl\mac_nf\mac_nf_wrapper.sv</a:t>
            </a:r>
          </a:p>
          <a:p xmlns:a="http://schemas.openxmlformats.org/drawingml/2006/main">
            <a:r>
              <a:t>C:\HCMUT\HK261\Do an 2\Posit_MAC\rtl\multiplier\mul_prepack_norm_comb.sv</a:t>
            </a:r>
          </a:p>
          <a:p xmlns:a="http://schemas.openxmlformats.org/drawingml/2006/main">
            <a:r>
              <a:t>C:\HCMUT\HK261\Do an 2\Posit_MAC\rtl\mac_nf\posit_product_pack.sv</a:t>
            </a:r>
          </a:p>
          <a:p xmlns:a="http://schemas.openxmlformats.org/drawingml/2006/main">
            <a:r>
              <a:t>C:\HCMUT\HK261\Do an 2\Posit_MAC\rtl\mac_nf\posit_magnitude_parse.sv</a:t>
            </a:r>
          </a:p>
          <a:p xmlns:a="http://schemas.openxmlformats.org/drawingml/2006/main">
            <a:r>
              <a:t>C:\HCMUT\HK261\Do an 2\Posit_MAC\rtl\adder\posit_add.sv</a:t>
            </a:r>
          </a:p>
          <a:p xmlns:a="http://schemas.openxmlformats.org/drawingml/2006/main">
            <a:r>
              <a:t>C:\HCMUT\HK261\Do an 2\Posit_MAC\rtl\packer\posit_pack.sv</a:t>
            </a:r>
          </a:p>
          <a:p xmlns:a="http://schemas.openxmlformats.org/drawingml/2006/main">
            <a:r>
              <a:t>S07 gộp mul_prepack_norm_comb vàproductpackerP1;không có bank normalize riêng trướcP1. S08productP2finish sign=0,sign_q lưu riêng. S09magnitudeparsercomb chốt vào norm_*_q/product_frac_q;không dùngparserpipeline2 tầng ởđây. S10A1 align31bits OPT02c;S11A2 arithmetic;S12A3 normalization;S13finalP1 prep;S14P2RNE,special,sign. Flags status loss giữ riêng;product numerical sticky input hằng0 vìP_hat đã làdyadic;không dùngloss như sốhọcsticky.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2\Posit_MAC\rtl\mac_f\mac_f_wrapper.sv</a:t>
            </a:r>
          </a:p>
          <a:p xmlns:a="http://schemas.openxmlformats.org/drawingml/2006/main">
            <a:r>
              <a:t>C:\HCMUT\HK261\Do an 2\Posit_MAC\rtl\mac_f\fused_prepare_comb.sv</a:t>
            </a:r>
          </a:p>
          <a:p xmlns:a="http://schemas.openxmlformats.org/drawingml/2006/main">
            <a:r>
              <a:t>C:\HCMUT\HK261\Do an 2\Posit_MAC\rtl\mac_f\fused_align_comb.sv</a:t>
            </a:r>
          </a:p>
          <a:p xmlns:a="http://schemas.openxmlformats.org/drawingml/2006/main">
            <a:r>
              <a:t>C:\HCMUT\HK261\Do an 2\Posit_MAC\rtl\mac_f\fused_arith_comb.sv</a:t>
            </a:r>
          </a:p>
          <a:p xmlns:a="http://schemas.openxmlformats.org/drawingml/2006/main">
            <a:r>
              <a:t>C:\HCMUT\HK261\Do an 2\Posit_MAC\rtl\mac_f\fused_abs_borrow_comb.sv</a:t>
            </a:r>
          </a:p>
          <a:p xmlns:a="http://schemas.openxmlformats.org/drawingml/2006/main">
            <a:r>
              <a:t>C:\HCMUT\HK261\Do an 2\Posit_MAC\rtl\mac_f\fused_norm_comb.sv</a:t>
            </a:r>
          </a:p>
          <a:p xmlns:a="http://schemas.openxmlformats.org/drawingml/2006/main">
            <a:r>
              <a:t>C:\HCMUT\HK261\Do an 2\Posit_MAC\rtl\mac_f\fused_add_pipe.sv</a:t>
            </a:r>
          </a:p>
          <a:p xmlns:a="http://schemas.openxmlformats.org/drawingml/2006/main">
            <a:r>
              <a:t>C:\HCMUT\HK261\Do an 2\Posit_MAC\rtl\packer\posit_pack.sv</a:t>
            </a:r>
          </a:p>
          <a:p xmlns:a="http://schemas.openxmlformats.org/drawingml/2006/main">
            <a:r>
              <a:t>p_magnitude=acc[15:2];Pseed31 theo carryp[13];cseed={0,1,c_frac26,000};p_sf=p_scale+p[13]. F1anchor chỉso sf,hòa chọnP,nênF3có thểsignednegative. F2small&gt;&gt;delta,delta&gt;=31 choalignedsmall0/residualORall. large không dịch. F3signed retained_sum32. F4negative=Z[31],borrow=residual&amp;&amp;(subtract!=negative);magnitude=abs(Z)-borrow,gộp1adder;sign=Z!=0&amp;&amp;(base_sign^negative). F5normalize31 -&gt;frac53,sf11,sticky=residual. Loss statuskhông dùng numerical sticky. FinalP1/P2RNEduynhất.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RTL production đã khóa: POSIT_MAC_RTL_20261018_OPT12_120</a:t>
            </a:r>
          </a:p>
          <a:p xmlns:a="http://schemas.openxmlformats.org/drawingml/2006/main">
            <a:r>
              <a:t>C:\HCMUT\HK261\Do an 2\Posit_MAC\rtl\mac_nf\mac_nf_wrapper.sv</a:t>
            </a:r>
          </a:p>
          <a:p xmlns:a="http://schemas.openxmlformats.org/drawingml/2006/main">
            <a:r>
              <a:t>C:\HCMUT\HK261\Do an 2\Posit_MAC\rtl\mac_f\mac_f_wrapper.sv</a:t>
            </a:r>
          </a:p>
          <a:p xmlns:a="http://schemas.openxmlformats.org/drawingml/2006/main">
            <a:r>
              <a:t>C:\HCMUT\HK261\Do an 2\Posit_MAC\rtl\parser\posit_parser.sv</a:t>
            </a:r>
          </a:p>
          <a:p xmlns:a="http://schemas.openxmlformats.org/drawingml/2006/main">
            <a:r>
              <a:t>C:\HCMUT\HK261\Do an 2\Posit_MAC\rtl\packer\posit_pack.sv</a:t>
            </a:r>
          </a:p>
          <a:p xmlns:a="http://schemas.openxmlformats.org/drawingml/2006/main">
            <a:r>
              <a:t>c_eff = acc_mode ? (acc_clr?0:accumulator_q) : c. pair_accept chốtcfg vàacc_mode,busy1,committed0,clearaccnếucần. pair_retire=parserA/B/Cvalid&amp;&amp;core_ready,chốtC_context vàlaunch. commitkhipack_out_valid&amp;&amp;!committed_q,nếumodeqthìaccumulator_q&lt;=d. commit lầnđầuvalid,không chờout_ready. retire=out_valid&amp;&amp;out_ready chỉgiảiphóngbusy/core;outputstallkhôngcommitlặp. Toponeoutstanding. Parser/add/fused/packerelasticready=!valid||downstreamready;coretokenpipelinekhôngbackpressuregiữkếtquảonebusy. CácFFresetbridge/metasync làcontrolkhông cộngstage.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cb7ccc56e49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320c60418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9ca177ca649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40dcc0d7644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ea5621cfb42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8acfe6192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541BAD-016F-4A67-B059-41467CE0AB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CF5EC6-2998-4C9A-B413-225CC342A7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11FF29-62A2-4F46-A9B7-26C66A15A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C38FBA-9941-44C7-97A8-F61CADA3F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C6B984-2F58-4210-91D0-B775A3FD8E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F54A41-E3C2-42C0-BA49-886D82ACF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1DD63D-601B-4D16-A762-838BD4F6C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D6C390-00CA-4327-B696-16D1F9CC89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38B1DF-D94B-41CB-AFF5-20B205436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9D632C-CC82-4AE2-8000-DAFDFCD32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d1582c08d483e" /><Relationship Type="http://schemas.openxmlformats.org/officeDocument/2006/relationships/slideLayout" Target="/ppt/slideLayouts/slideLayout1.xml" Id="Ra6f8daac15de46ed" /><Relationship Type="http://schemas.openxmlformats.org/officeDocument/2006/relationships/slideLayout" Target="/ppt/slideLayouts/slideLayout2.xml" Id="R19250af64ee9483f" /><Relationship Type="http://schemas.openxmlformats.org/officeDocument/2006/relationships/slideLayout" Target="/ppt/slideLayouts/slideLayout3.xml" Id="R7cf4b8d037c54501" /><Relationship Type="http://schemas.openxmlformats.org/officeDocument/2006/relationships/slideLayout" Target="/ppt/slideLayouts/slideLayout4.xml" Id="R7249e7a474c647e3" /><Relationship Type="http://schemas.openxmlformats.org/officeDocument/2006/relationships/slideLayout" Target="/ppt/slideLayouts/slideLayout5.xml" Id="Rdcb30033139d4bed" /><Relationship Type="http://schemas.openxmlformats.org/officeDocument/2006/relationships/slideLayout" Target="/ppt/slideLayouts/slideLayout6.xml" Id="R7396ce040202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8daac15de46ed"/>
    <p:sldLayoutId xmlns:r="http://schemas.openxmlformats.org/officeDocument/2006/relationships" id="2147483650" r:id="R19250af64ee9483f"/>
    <p:sldLayoutId xmlns:r="http://schemas.openxmlformats.org/officeDocument/2006/relationships" id="2147483651" r:id="R7cf4b8d037c54501"/>
    <p:sldLayoutId xmlns:r="http://schemas.openxmlformats.org/officeDocument/2006/relationships" id="2147483652" r:id="R7249e7a474c647e3"/>
    <p:sldLayoutId xmlns:r="http://schemas.openxmlformats.org/officeDocument/2006/relationships" id="2147483653" r:id="Rdcb30033139d4bed"/>
    <p:sldLayoutId xmlns:r="http://schemas.openxmlformats.org/officeDocument/2006/relationships" id="2147483654" r:id="R7396ce040202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274784f824784" /><Relationship Type="http://schemas.openxmlformats.org/officeDocument/2006/relationships/notesSlide" Target="/ppt/notesSlides/notesSlide1.xml" Id="Ra662f825a7eb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63430eaed485c" /><Relationship Type="http://schemas.openxmlformats.org/officeDocument/2006/relationships/notesSlide" Target="/ppt/notesSlides/notesSlide2.xml" Id="Re75ecb7ca5b946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6a162a1134c15" /><Relationship Type="http://schemas.openxmlformats.org/officeDocument/2006/relationships/notesSlide" Target="/ppt/notesSlides/notesSlide3.xml" Id="R2198cce87f86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9d82afbc5491a" /><Relationship Type="http://schemas.openxmlformats.org/officeDocument/2006/relationships/notesSlide" Target="/ppt/notesSlides/notesSlide4.xml" Id="R58bf31d0c200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f21e2c3d44c6b" /><Relationship Type="http://schemas.openxmlformats.org/officeDocument/2006/relationships/notesSlide" Target="/ppt/notesSlides/notesSlide5.xml" Id="Ra177595b15b1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1a8f8f36c4eb3" /><Relationship Type="http://schemas.openxmlformats.org/officeDocument/2006/relationships/notesSlide" Target="/ppt/notesSlides/notesSlide6.xml" Id="R61526d98cced41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a55196a114117" /><Relationship Type="http://schemas.openxmlformats.org/officeDocument/2006/relationships/notesSlide" Target="/ppt/notesSlides/notesSlide7.xml" Id="R8b2e4c79c1e0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text-1">
            <a:extLst xmlns:a="http://schemas.openxmlformats.org/drawingml/2006/main">
              <a:ext uri="{FF2B5EF4-FFF2-40B4-BE49-F238E27FC236}">
                <a16:creationId xmlns:a16="http://schemas.microsoft.com/office/drawing/2014/main" id="{1DD6C660-EFD6-4FED-BF7C-4777067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 non-fused: toàn bộ 14 tầng RTL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D7C37B6-68B4-4F42-B3EF-23DCE6B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 = RNE(RNE(P̂) + C_eff), FW12, FLOOR/RNE; NF còn hỗ trợ exact</a:t>
            </a:r>
          </a:p>
        </p:txBody>
      </p:sp>
      <p:cxnSp>
        <p:nvCxnSpPr>
          <p:cNvPr id="3" name="wire-3">
            <a:extLst xmlns:a="http://schemas.openxmlformats.org/drawingml/2006/main">
              <a:ext uri="{FF2B5EF4-FFF2-40B4-BE49-F238E27FC236}">
                <a16:creationId xmlns:a16="http://schemas.microsoft.com/office/drawing/2014/main" id="{C10F7887-4001-4175-A33D-5D2996FC99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74A75EC-3A7A-4D22-A6AD-21D4EE3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C8A9BEF-8614-4BF8-A580-4693C3B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D122086-5783-4F48-BF22-06984DC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14 bank dữ liệu, 2 lần RNE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D2F2305-4F21-435F-8210-BC3D81D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344" y="1905000"/>
            <a:ext cx="38429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L_valid = q + 12     II_min = q + 14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136C7A2-58C6-461E-89EA-657539A0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q = max(1, số vòng fraction thực hiện)</a:t>
            </a:r>
          </a:p>
        </p:txBody>
      </p:sp>
      <p:cxnSp>
        <p:nvCxnSpPr>
          <p:cNvPr id="9" name="wire-9">
            <a:extLst xmlns:a="http://schemas.openxmlformats.org/drawingml/2006/main">
              <a:ext uri="{FF2B5EF4-FFF2-40B4-BE49-F238E27FC236}">
                <a16:creationId xmlns:a16="http://schemas.microsoft.com/office/drawing/2014/main" id="{5B2582BF-B747-49C1-844B-3EA682F33A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314325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0" name="wire-10">
            <a:extLst xmlns:a="http://schemas.openxmlformats.org/drawingml/2006/main">
              <a:ext uri="{FF2B5EF4-FFF2-40B4-BE49-F238E27FC236}">
                <a16:creationId xmlns:a16="http://schemas.microsoft.com/office/drawing/2014/main" id="{DE1C3F4E-5253-455A-9B24-36884A0D42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1" name="wire-11">
            <a:extLst xmlns:a="http://schemas.openxmlformats.org/drawingml/2006/main">
              <a:ext uri="{FF2B5EF4-FFF2-40B4-BE49-F238E27FC236}">
                <a16:creationId xmlns:a16="http://schemas.microsoft.com/office/drawing/2014/main" id="{B0E03D9C-34BF-461F-BA0A-5F95335EF6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71D62F6-364D-4722-AA9D-A3FBFD6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257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A / B / C</a:t>
            </a:r>
          </a:p>
        </p:txBody>
      </p:sp>
      <p:cxnSp>
        <p:nvCxnSpPr>
          <p:cNvPr id="13" name="wire-13">
            <a:extLst xmlns:a="http://schemas.openxmlformats.org/drawingml/2006/main">
              <a:ext uri="{FF2B5EF4-FFF2-40B4-BE49-F238E27FC236}">
                <a16:creationId xmlns:a16="http://schemas.microsoft.com/office/drawing/2014/main" id="{428206E0-2F48-436B-BA3A-2400B6A2CF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57550" y="3143250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4" name="wire-14">
            <a:extLst xmlns:a="http://schemas.openxmlformats.org/drawingml/2006/main">
              <a:ext uri="{FF2B5EF4-FFF2-40B4-BE49-F238E27FC236}">
                <a16:creationId xmlns:a16="http://schemas.microsoft.com/office/drawing/2014/main" id="{85E11A13-3E8E-4C35-B652-473CB4E238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5755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5" name="wire-15">
            <a:extLst xmlns:a="http://schemas.openxmlformats.org/drawingml/2006/main">
              <a:ext uri="{FF2B5EF4-FFF2-40B4-BE49-F238E27FC236}">
                <a16:creationId xmlns:a16="http://schemas.microsoft.com/office/drawing/2014/main" id="{F3028EB4-39D4-4674-8FB3-F93179BF55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20025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D1F3CFAA-482A-4C29-931C-FC4F2E1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456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Nhân lặp: SAC / SBM</a:t>
            </a:r>
          </a:p>
        </p:txBody>
      </p:sp>
      <p:cxnSp>
        <p:nvCxnSpPr>
          <p:cNvPr id="17" name="wire-17">
            <a:extLst xmlns:a="http://schemas.openxmlformats.org/drawingml/2006/main">
              <a:ext uri="{FF2B5EF4-FFF2-40B4-BE49-F238E27FC236}">
                <a16:creationId xmlns:a16="http://schemas.microsoft.com/office/drawing/2014/main" id="{5F4EE387-0438-4287-B86D-3077A1F74D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67650" y="3143250"/>
            <a:ext cx="68675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8" name="wire-18">
            <a:extLst xmlns:a="http://schemas.openxmlformats.org/drawingml/2006/main">
              <a:ext uri="{FF2B5EF4-FFF2-40B4-BE49-F238E27FC236}">
                <a16:creationId xmlns:a16="http://schemas.microsoft.com/office/drawing/2014/main" id="{7A6A8246-3B2F-4AB5-97FE-9BBB916CA5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6765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9" name="wire-19">
            <a:extLst xmlns:a="http://schemas.openxmlformats.org/drawingml/2006/main">
              <a:ext uri="{FF2B5EF4-FFF2-40B4-BE49-F238E27FC236}">
                <a16:creationId xmlns:a16="http://schemas.microsoft.com/office/drawing/2014/main" id="{6504874B-DE30-44EE-8350-9CDCCE470E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35175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F9AEB914-F0D8-4084-81B4-517E303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686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Làm tròn tích + Posit add</a:t>
            </a:r>
          </a:p>
        </p:txBody>
      </p:sp>
      <p:cxnSp>
        <p:nvCxnSpPr>
          <p:cNvPr id="21" name="wire-21">
            <a:extLst xmlns:a="http://schemas.openxmlformats.org/drawingml/2006/main">
              <a:ext uri="{FF2B5EF4-FFF2-40B4-BE49-F238E27FC236}">
                <a16:creationId xmlns:a16="http://schemas.microsoft.com/office/drawing/2014/main" id="{5AF46FE5-0F31-47F6-98EB-5AB45090E2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82800" y="314325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22" name="wire-22">
            <a:extLst xmlns:a="http://schemas.openxmlformats.org/drawingml/2006/main">
              <a:ext uri="{FF2B5EF4-FFF2-40B4-BE49-F238E27FC236}">
                <a16:creationId xmlns:a16="http://schemas.microsoft.com/office/drawing/2014/main" id="{AC2354A1-23AD-4462-88D8-1268790947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828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23" name="wire-23">
            <a:extLst xmlns:a="http://schemas.openxmlformats.org/drawingml/2006/main">
              <a:ext uri="{FF2B5EF4-FFF2-40B4-BE49-F238E27FC236}">
                <a16:creationId xmlns:a16="http://schemas.microsoft.com/office/drawing/2014/main" id="{8F89D852-A753-4BC5-9D1A-D646BD4C08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40225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DE14B079-9D8D-4BFE-994E-EAA99DE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743200"/>
            <a:ext cx="2257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Packer cuối</a:t>
            </a:r>
          </a:p>
        </p:txBody>
      </p:sp>
      <p:sp>
        <p:nvSpPr>
          <p:cNvPr id="25" name="s1-o25">
            <a:extLst xmlns:a="http://schemas.openxmlformats.org/drawingml/2006/main">
              <a:ext uri="{FF2B5EF4-FFF2-40B4-BE49-F238E27FC236}">
                <a16:creationId xmlns:a16="http://schemas.microsoft.com/office/drawing/2014/main" id="{65230D33-2940-4D21-A79A-E4A8BA2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cxnSp>
        <p:nvCxnSpPr>
          <p:cNvPr id="26" name="wire-26">
            <a:extLst xmlns:a="http://schemas.openxmlformats.org/drawingml/2006/main">
              <a:ext uri="{FF2B5EF4-FFF2-40B4-BE49-F238E27FC236}">
                <a16:creationId xmlns:a16="http://schemas.microsoft.com/office/drawing/2014/main" id="{DCE17BD8-21AE-4E38-AAD4-23F1DA4704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69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7" name="BANK-S01">
            <a:extLst xmlns:a="http://schemas.openxmlformats.org/drawingml/2006/main">
              <a:ext uri="{FF2B5EF4-FFF2-40B4-BE49-F238E27FC236}">
                <a16:creationId xmlns:a16="http://schemas.microsoft.com/office/drawing/2014/main" id="{6FC6221E-76E9-42C3-927C-34C5E7A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8" name="CLOCK-SQUARE-S01">
            <a:extLst xmlns:a="http://schemas.openxmlformats.org/drawingml/2006/main">
              <a:ext uri="{FF2B5EF4-FFF2-40B4-BE49-F238E27FC236}">
                <a16:creationId xmlns:a16="http://schemas.microsoft.com/office/drawing/2014/main" id="{A12A8A5A-6A04-483A-A8AA-9065778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9" name="CLOCK-EDGE-S01">
            <a:extLst xmlns:a="http://schemas.openxmlformats.org/drawingml/2006/main">
              <a:ext uri="{FF2B5EF4-FFF2-40B4-BE49-F238E27FC236}">
                <a16:creationId xmlns:a16="http://schemas.microsoft.com/office/drawing/2014/main" id="{BDB3CF39-648E-4F05-B668-513042BE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0" name="text-27">
            <a:extLst xmlns:a="http://schemas.openxmlformats.org/drawingml/2006/main">
              <a:ext uri="{FF2B5EF4-FFF2-40B4-BE49-F238E27FC236}">
                <a16:creationId xmlns:a16="http://schemas.microsoft.com/office/drawing/2014/main" id="{B427063E-AF9E-4A6B-91F3-FDE82E7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S01</a:t>
            </a:r>
          </a:p>
        </p:txBody>
      </p:sp>
      <p:sp>
        <p:nvSpPr>
          <p:cNvPr id="31" name="s1-o28">
            <a:extLst xmlns:a="http://schemas.openxmlformats.org/drawingml/2006/main">
              <a:ext uri="{FF2B5EF4-FFF2-40B4-BE49-F238E27FC236}">
                <a16:creationId xmlns:a16="http://schemas.microsoft.com/office/drawing/2014/main" id="{DAA58AB2-A499-4626-A048-4617FF0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cxnSp>
        <p:nvCxnSpPr>
          <p:cNvPr id="32" name="wire-29">
            <a:extLst xmlns:a="http://schemas.openxmlformats.org/drawingml/2006/main">
              <a:ext uri="{FF2B5EF4-FFF2-40B4-BE49-F238E27FC236}">
                <a16:creationId xmlns:a16="http://schemas.microsoft.com/office/drawing/2014/main" id="{D9A85582-75C6-44E7-BA8D-5925A308A8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5740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33" name="wire-30">
            <a:extLst xmlns:a="http://schemas.openxmlformats.org/drawingml/2006/main">
              <a:ext uri="{FF2B5EF4-FFF2-40B4-BE49-F238E27FC236}">
                <a16:creationId xmlns:a16="http://schemas.microsoft.com/office/drawing/2014/main" id="{B3168BB0-37CE-4018-9A83-81110C44D1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1942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4" name="BANK-S02">
            <a:extLst xmlns:a="http://schemas.openxmlformats.org/drawingml/2006/main">
              <a:ext uri="{FF2B5EF4-FFF2-40B4-BE49-F238E27FC236}">
                <a16:creationId xmlns:a16="http://schemas.microsoft.com/office/drawing/2014/main" id="{86C53E16-141E-4072-B410-DA83BE0D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5" name="CLOCK-SQUARE-S02">
            <a:extLst xmlns:a="http://schemas.openxmlformats.org/drawingml/2006/main">
              <a:ext uri="{FF2B5EF4-FFF2-40B4-BE49-F238E27FC236}">
                <a16:creationId xmlns:a16="http://schemas.microsoft.com/office/drawing/2014/main" id="{CEF6BDD3-8530-4A35-9DB4-F319315A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6" name="CLOCK-EDGE-S02">
            <a:extLst xmlns:a="http://schemas.openxmlformats.org/drawingml/2006/main">
              <a:ext uri="{FF2B5EF4-FFF2-40B4-BE49-F238E27FC236}">
                <a16:creationId xmlns:a16="http://schemas.microsoft.com/office/drawing/2014/main" id="{29DA850D-98C0-4B33-B945-8134ECE0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7" name="text-31">
            <a:extLst xmlns:a="http://schemas.openxmlformats.org/drawingml/2006/main">
              <a:ext uri="{FF2B5EF4-FFF2-40B4-BE49-F238E27FC236}">
                <a16:creationId xmlns:a16="http://schemas.microsoft.com/office/drawing/2014/main" id="{A733D8ED-D380-4D55-9D51-BB22FA6E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S02</a:t>
            </a:r>
          </a:p>
        </p:txBody>
      </p:sp>
      <p:sp>
        <p:nvSpPr>
          <p:cNvPr id="38" name="s1-o32">
            <a:extLst xmlns:a="http://schemas.openxmlformats.org/drawingml/2006/main">
              <a:ext uri="{FF2B5EF4-FFF2-40B4-BE49-F238E27FC236}">
                <a16:creationId xmlns:a16="http://schemas.microsoft.com/office/drawing/2014/main" id="{CBE574FC-588E-4412-99D9-6AF2287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OPS</a:t>
            </a:r>
          </a:p>
        </p:txBody>
      </p:sp>
      <p:cxnSp>
        <p:nvCxnSpPr>
          <p:cNvPr id="39" name="wire-33">
            <a:extLst xmlns:a="http://schemas.openxmlformats.org/drawingml/2006/main">
              <a:ext uri="{FF2B5EF4-FFF2-40B4-BE49-F238E27FC236}">
                <a16:creationId xmlns:a16="http://schemas.microsoft.com/office/drawing/2014/main" id="{121D9E2E-8237-4E05-ADF8-D2628869F5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0" name="wire-34">
            <a:extLst xmlns:a="http://schemas.openxmlformats.org/drawingml/2006/main">
              <a:ext uri="{FF2B5EF4-FFF2-40B4-BE49-F238E27FC236}">
                <a16:creationId xmlns:a16="http://schemas.microsoft.com/office/drawing/2014/main" id="{AEAD27C3-3E54-419D-B4D6-11F1E2D53A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719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1" name="BANK-S03">
            <a:extLst xmlns:a="http://schemas.openxmlformats.org/drawingml/2006/main">
              <a:ext uri="{FF2B5EF4-FFF2-40B4-BE49-F238E27FC236}">
                <a16:creationId xmlns:a16="http://schemas.microsoft.com/office/drawing/2014/main" id="{2AEF3E80-EAAE-48BB-8A4C-46362C8C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2" name="CLOCK-SQUARE-S03">
            <a:extLst xmlns:a="http://schemas.openxmlformats.org/drawingml/2006/main">
              <a:ext uri="{FF2B5EF4-FFF2-40B4-BE49-F238E27FC236}">
                <a16:creationId xmlns:a16="http://schemas.microsoft.com/office/drawing/2014/main" id="{ABE9E19C-BD58-4CCF-B8EE-81B36FFE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3" name="CLOCK-EDGE-S03">
            <a:extLst xmlns:a="http://schemas.openxmlformats.org/drawingml/2006/main">
              <a:ext uri="{FF2B5EF4-FFF2-40B4-BE49-F238E27FC236}">
                <a16:creationId xmlns:a16="http://schemas.microsoft.com/office/drawing/2014/main" id="{C0DBAFAE-001A-4E41-BEBE-291DC30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4" name="text-35">
            <a:extLst xmlns:a="http://schemas.openxmlformats.org/drawingml/2006/main">
              <a:ext uri="{FF2B5EF4-FFF2-40B4-BE49-F238E27FC236}">
                <a16:creationId xmlns:a16="http://schemas.microsoft.com/office/drawing/2014/main" id="{C6CA85B8-AFA3-4A48-8782-1B06B68E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S03</a:t>
            </a:r>
          </a:p>
        </p:txBody>
      </p:sp>
      <p:sp>
        <p:nvSpPr>
          <p:cNvPr id="45" name="s1-o36">
            <a:extLst xmlns:a="http://schemas.openxmlformats.org/drawingml/2006/main">
              <a:ext uri="{FF2B5EF4-FFF2-40B4-BE49-F238E27FC236}">
                <a16:creationId xmlns:a16="http://schemas.microsoft.com/office/drawing/2014/main" id="{9B965A7C-149A-445A-838E-A22DD5B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SAC</a:t>
            </a:r>
          </a:p>
        </p:txBody>
      </p:sp>
      <p:cxnSp>
        <p:nvCxnSpPr>
          <p:cNvPr id="46" name="wire-37">
            <a:extLst xmlns:a="http://schemas.openxmlformats.org/drawingml/2006/main">
              <a:ext uri="{FF2B5EF4-FFF2-40B4-BE49-F238E27FC236}">
                <a16:creationId xmlns:a16="http://schemas.microsoft.com/office/drawing/2014/main" id="{ADFAB2B8-D0C7-4556-8EA0-A04C91D026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6245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7" name="wire-38">
            <a:extLst xmlns:a="http://schemas.openxmlformats.org/drawingml/2006/main">
              <a:ext uri="{FF2B5EF4-FFF2-40B4-BE49-F238E27FC236}">
                <a16:creationId xmlns:a16="http://schemas.microsoft.com/office/drawing/2014/main" id="{9D97DDE5-C8F9-43D5-819F-9880D99063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2447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8" name="BANK-S04">
            <a:extLst xmlns:a="http://schemas.openxmlformats.org/drawingml/2006/main">
              <a:ext uri="{FF2B5EF4-FFF2-40B4-BE49-F238E27FC236}">
                <a16:creationId xmlns:a16="http://schemas.microsoft.com/office/drawing/2014/main" id="{F6CD5124-F09C-4028-82BC-F27D7B0D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9" name="CLOCK-SQUARE-S04">
            <a:extLst xmlns:a="http://schemas.openxmlformats.org/drawingml/2006/main">
              <a:ext uri="{FF2B5EF4-FFF2-40B4-BE49-F238E27FC236}">
                <a16:creationId xmlns:a16="http://schemas.microsoft.com/office/drawing/2014/main" id="{3BB230CF-3B10-4598-9D21-A1F36E5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0" name="CLOCK-EDGE-S04">
            <a:extLst xmlns:a="http://schemas.openxmlformats.org/drawingml/2006/main">
              <a:ext uri="{FF2B5EF4-FFF2-40B4-BE49-F238E27FC236}">
                <a16:creationId xmlns:a16="http://schemas.microsoft.com/office/drawing/2014/main" id="{4BF8D654-70B6-427B-B60B-8C1E8ED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1" name="text-39">
            <a:extLst xmlns:a="http://schemas.openxmlformats.org/drawingml/2006/main">
              <a:ext uri="{FF2B5EF4-FFF2-40B4-BE49-F238E27FC236}">
                <a16:creationId xmlns:a16="http://schemas.microsoft.com/office/drawing/2014/main" id="{9D295189-85C0-4CF6-8500-8F30FE0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S04</a:t>
            </a:r>
          </a:p>
        </p:txBody>
      </p:sp>
      <p:sp>
        <p:nvSpPr>
          <p:cNvPr id="52" name="s1-o40">
            <a:extLst xmlns:a="http://schemas.openxmlformats.org/drawingml/2006/main">
              <a:ext uri="{FF2B5EF4-FFF2-40B4-BE49-F238E27FC236}">
                <a16:creationId xmlns:a16="http://schemas.microsoft.com/office/drawing/2014/main" id="{D40AD3DB-EDF7-4975-9C4B-88C06061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shift</a:t>
            </a:r>
          </a:p>
        </p:txBody>
      </p:sp>
      <p:cxnSp>
        <p:nvCxnSpPr>
          <p:cNvPr id="53" name="wire-41">
            <a:extLst xmlns:a="http://schemas.openxmlformats.org/drawingml/2006/main">
              <a:ext uri="{FF2B5EF4-FFF2-40B4-BE49-F238E27FC236}">
                <a16:creationId xmlns:a16="http://schemas.microsoft.com/office/drawing/2014/main" id="{05A97230-FD07-42D7-AB0A-4FA24A2E4C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1497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4" name="wire-42">
            <a:extLst xmlns:a="http://schemas.openxmlformats.org/drawingml/2006/main">
              <a:ext uri="{FF2B5EF4-FFF2-40B4-BE49-F238E27FC236}">
                <a16:creationId xmlns:a16="http://schemas.microsoft.com/office/drawing/2014/main" id="{EFCB4ED7-5BF2-46C4-8418-70D1564381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770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5" name="BANK-S05">
            <a:extLst xmlns:a="http://schemas.openxmlformats.org/drawingml/2006/main">
              <a:ext uri="{FF2B5EF4-FFF2-40B4-BE49-F238E27FC236}">
                <a16:creationId xmlns:a16="http://schemas.microsoft.com/office/drawing/2014/main" id="{9720BD38-2B32-4691-A274-AD38407E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6" name="CLOCK-SQUARE-S05">
            <a:extLst xmlns:a="http://schemas.openxmlformats.org/drawingml/2006/main">
              <a:ext uri="{FF2B5EF4-FFF2-40B4-BE49-F238E27FC236}">
                <a16:creationId xmlns:a16="http://schemas.microsoft.com/office/drawing/2014/main" id="{C6728A62-4AA7-4C38-B9D2-9691628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7" name="CLOCK-EDGE-S05">
            <a:extLst xmlns:a="http://schemas.openxmlformats.org/drawingml/2006/main">
              <a:ext uri="{FF2B5EF4-FFF2-40B4-BE49-F238E27FC236}">
                <a16:creationId xmlns:a16="http://schemas.microsoft.com/office/drawing/2014/main" id="{94AADF34-92A0-4542-8224-0F5A4C9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8" name="text-43">
            <a:extLst xmlns:a="http://schemas.openxmlformats.org/drawingml/2006/main">
              <a:ext uri="{FF2B5EF4-FFF2-40B4-BE49-F238E27FC236}">
                <a16:creationId xmlns:a16="http://schemas.microsoft.com/office/drawing/2014/main" id="{89A97D2D-4CEF-4F73-82F8-07D1927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S05</a:t>
            </a:r>
          </a:p>
        </p:txBody>
      </p:sp>
      <p:sp>
        <p:nvSpPr>
          <p:cNvPr id="59" name="s1-o44">
            <a:extLst xmlns:a="http://schemas.openxmlformats.org/drawingml/2006/main">
              <a:ext uri="{FF2B5EF4-FFF2-40B4-BE49-F238E27FC236}">
                <a16:creationId xmlns:a16="http://schemas.microsoft.com/office/drawing/2014/main" id="{CBABA2E9-E3DC-4C02-8636-E5AE7FF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</a:t>
            </a:r>
          </a:p>
        </p:txBody>
      </p:sp>
      <p:cxnSp>
        <p:nvCxnSpPr>
          <p:cNvPr id="60" name="wire-45">
            <a:extLst xmlns:a="http://schemas.openxmlformats.org/drawingml/2006/main">
              <a:ext uri="{FF2B5EF4-FFF2-40B4-BE49-F238E27FC236}">
                <a16:creationId xmlns:a16="http://schemas.microsoft.com/office/drawing/2014/main" id="{629A99B7-E81B-442B-9554-A74BAC6D60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1" name="wire-46">
            <a:extLst xmlns:a="http://schemas.openxmlformats.org/drawingml/2006/main">
              <a:ext uri="{FF2B5EF4-FFF2-40B4-BE49-F238E27FC236}">
                <a16:creationId xmlns:a16="http://schemas.microsoft.com/office/drawing/2014/main" id="{556866EB-3DAF-4E07-8451-A3B111C1ED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952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2" name="BANK-S06">
            <a:extLst xmlns:a="http://schemas.openxmlformats.org/drawingml/2006/main">
              <a:ext uri="{FF2B5EF4-FFF2-40B4-BE49-F238E27FC236}">
                <a16:creationId xmlns:a16="http://schemas.microsoft.com/office/drawing/2014/main" id="{C53BED64-D2C8-4B8B-86D1-8F92A4ED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3" name="CLOCK-SQUARE-S06">
            <a:extLst xmlns:a="http://schemas.openxmlformats.org/drawingml/2006/main">
              <a:ext uri="{FF2B5EF4-FFF2-40B4-BE49-F238E27FC236}">
                <a16:creationId xmlns:a16="http://schemas.microsoft.com/office/drawing/2014/main" id="{009480E3-B7DC-4117-96D2-A310850D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64" name="CLOCK-EDGE-S06">
            <a:extLst xmlns:a="http://schemas.openxmlformats.org/drawingml/2006/main">
              <a:ext uri="{FF2B5EF4-FFF2-40B4-BE49-F238E27FC236}">
                <a16:creationId xmlns:a16="http://schemas.microsoft.com/office/drawing/2014/main" id="{3FC14D7A-3DE3-4797-9DB3-DFE68C0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5" name="text-47">
            <a:extLst xmlns:a="http://schemas.openxmlformats.org/drawingml/2006/main">
              <a:ext uri="{FF2B5EF4-FFF2-40B4-BE49-F238E27FC236}">
                <a16:creationId xmlns:a16="http://schemas.microsoft.com/office/drawing/2014/main" id="{F996B9A3-350B-4D75-80C6-515D8018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S06</a:t>
            </a:r>
          </a:p>
        </p:txBody>
      </p:sp>
      <p:sp>
        <p:nvSpPr>
          <p:cNvPr id="66" name="s1-o48">
            <a:extLst xmlns:a="http://schemas.openxmlformats.org/drawingml/2006/main">
              <a:ext uri="{FF2B5EF4-FFF2-40B4-BE49-F238E27FC236}">
                <a16:creationId xmlns:a16="http://schemas.microsoft.com/office/drawing/2014/main" id="{8B874CA6-C767-4143-8998-7AD56A99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Norm +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Prod P1</a:t>
            </a:r>
          </a:p>
        </p:txBody>
      </p:sp>
      <p:cxnSp>
        <p:nvCxnSpPr>
          <p:cNvPr id="67" name="wire-49">
            <a:extLst xmlns:a="http://schemas.openxmlformats.org/drawingml/2006/main">
              <a:ext uri="{FF2B5EF4-FFF2-40B4-BE49-F238E27FC236}">
                <a16:creationId xmlns:a16="http://schemas.microsoft.com/office/drawing/2014/main" id="{47F9CA60-8047-4EFC-A2D8-D60252D3B0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2002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8" name="wire-50">
            <a:extLst xmlns:a="http://schemas.openxmlformats.org/drawingml/2006/main">
              <a:ext uri="{FF2B5EF4-FFF2-40B4-BE49-F238E27FC236}">
                <a16:creationId xmlns:a16="http://schemas.microsoft.com/office/drawing/2014/main" id="{D1FA2AA9-1B7C-4B7D-8543-5B9D9ED707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820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9" name="BANK-S07">
            <a:extLst xmlns:a="http://schemas.openxmlformats.org/drawingml/2006/main">
              <a:ext uri="{FF2B5EF4-FFF2-40B4-BE49-F238E27FC236}">
                <a16:creationId xmlns:a16="http://schemas.microsoft.com/office/drawing/2014/main" id="{D162E815-5C3F-491F-A072-C68964E7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0" name="CLOCK-SQUARE-S07">
            <a:extLst xmlns:a="http://schemas.openxmlformats.org/drawingml/2006/main">
              <a:ext uri="{FF2B5EF4-FFF2-40B4-BE49-F238E27FC236}">
                <a16:creationId xmlns:a16="http://schemas.microsoft.com/office/drawing/2014/main" id="{DCB7816B-53A9-4512-8C9F-A76B34E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1" name="CLOCK-EDGE-S07">
            <a:extLst xmlns:a="http://schemas.openxmlformats.org/drawingml/2006/main">
              <a:ext uri="{FF2B5EF4-FFF2-40B4-BE49-F238E27FC236}">
                <a16:creationId xmlns:a16="http://schemas.microsoft.com/office/drawing/2014/main" id="{EEA8ABDB-A482-49BC-AC91-AF8570D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2" name="text-51">
            <a:extLst xmlns:a="http://schemas.openxmlformats.org/drawingml/2006/main">
              <a:ext uri="{FF2B5EF4-FFF2-40B4-BE49-F238E27FC236}">
                <a16:creationId xmlns:a16="http://schemas.microsoft.com/office/drawing/2014/main" id="{6A1BBDD6-5F48-4885-A235-063D548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</a:t>
            </a:r>
          </a:p>
        </p:txBody>
      </p:sp>
      <p:sp>
        <p:nvSpPr>
          <p:cNvPr id="73" name="s1-o52">
            <a:extLst xmlns:a="http://schemas.openxmlformats.org/drawingml/2006/main">
              <a:ext uri="{FF2B5EF4-FFF2-40B4-BE49-F238E27FC236}">
                <a16:creationId xmlns:a16="http://schemas.microsoft.com/office/drawing/2014/main" id="{0FAA4201-B1E7-4199-9F9D-DDA7F9E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Prod P2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</a:t>
            </a:r>
          </a:p>
        </p:txBody>
      </p:sp>
      <p:cxnSp>
        <p:nvCxnSpPr>
          <p:cNvPr id="74" name="wire-53">
            <a:extLst xmlns:a="http://schemas.openxmlformats.org/drawingml/2006/main">
              <a:ext uri="{FF2B5EF4-FFF2-40B4-BE49-F238E27FC236}">
                <a16:creationId xmlns:a16="http://schemas.microsoft.com/office/drawing/2014/main" id="{75177E6F-C9AB-4839-A9A0-F40C29CE17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5" name="wire-54">
            <a:extLst xmlns:a="http://schemas.openxmlformats.org/drawingml/2006/main">
              <a:ext uri="{FF2B5EF4-FFF2-40B4-BE49-F238E27FC236}">
                <a16:creationId xmlns:a16="http://schemas.microsoft.com/office/drawing/2014/main" id="{680A8B56-494C-4A57-A152-12C8C91B43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3457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6" name="BANK-S08">
            <a:extLst xmlns:a="http://schemas.openxmlformats.org/drawingml/2006/main">
              <a:ext uri="{FF2B5EF4-FFF2-40B4-BE49-F238E27FC236}">
                <a16:creationId xmlns:a16="http://schemas.microsoft.com/office/drawing/2014/main" id="{5155FC0E-19E1-43C8-9317-519622FE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7" name="CLOCK-SQUARE-S08">
            <a:extLst xmlns:a="http://schemas.openxmlformats.org/drawingml/2006/main">
              <a:ext uri="{FF2B5EF4-FFF2-40B4-BE49-F238E27FC236}">
                <a16:creationId xmlns:a16="http://schemas.microsoft.com/office/drawing/2014/main" id="{3DFED680-E362-496D-98F1-5966A6D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8" name="CLOCK-EDGE-S08">
            <a:extLst xmlns:a="http://schemas.openxmlformats.org/drawingml/2006/main">
              <a:ext uri="{FF2B5EF4-FFF2-40B4-BE49-F238E27FC236}">
                <a16:creationId xmlns:a16="http://schemas.microsoft.com/office/drawing/2014/main" id="{0EA44649-2EB2-47CD-89B5-8B8013C8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9" name="text-55">
            <a:extLst xmlns:a="http://schemas.openxmlformats.org/drawingml/2006/main">
              <a:ext uri="{FF2B5EF4-FFF2-40B4-BE49-F238E27FC236}">
                <a16:creationId xmlns:a16="http://schemas.microsoft.com/office/drawing/2014/main" id="{F2B06BE7-0BF3-42C7-80A5-EFD82F1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S08</a:t>
            </a:r>
          </a:p>
        </p:txBody>
      </p:sp>
      <p:sp>
        <p:nvSpPr>
          <p:cNvPr id="80" name="s1-o56">
            <a:extLst xmlns:a="http://schemas.openxmlformats.org/drawingml/2006/main">
              <a:ext uri="{FF2B5EF4-FFF2-40B4-BE49-F238E27FC236}">
                <a16:creationId xmlns:a16="http://schemas.microsoft.com/office/drawing/2014/main" id="{364687DC-269A-4FE9-8B93-A6C497F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Mag.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</a:t>
            </a:r>
          </a:p>
        </p:txBody>
      </p:sp>
      <p:cxnSp>
        <p:nvCxnSpPr>
          <p:cNvPr id="81" name="wire-57">
            <a:extLst xmlns:a="http://schemas.openxmlformats.org/drawingml/2006/main">
              <a:ext uri="{FF2B5EF4-FFF2-40B4-BE49-F238E27FC236}">
                <a16:creationId xmlns:a16="http://schemas.microsoft.com/office/drawing/2014/main" id="{169508B9-9C13-4B2A-B19A-A2EF6CA677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2507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2" name="wire-58">
            <a:extLst xmlns:a="http://schemas.openxmlformats.org/drawingml/2006/main">
              <a:ext uri="{FF2B5EF4-FFF2-40B4-BE49-F238E27FC236}">
                <a16:creationId xmlns:a16="http://schemas.microsoft.com/office/drawing/2014/main" id="{3911A5E6-6BE9-4539-A606-EFE6B7067F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0871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3" name="BANK-S09">
            <a:extLst xmlns:a="http://schemas.openxmlformats.org/drawingml/2006/main">
              <a:ext uri="{FF2B5EF4-FFF2-40B4-BE49-F238E27FC236}">
                <a16:creationId xmlns:a16="http://schemas.microsoft.com/office/drawing/2014/main" id="{7BDE3CEA-01A9-490B-8630-8998D17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4" name="CLOCK-SQUARE-S09">
            <a:extLst xmlns:a="http://schemas.openxmlformats.org/drawingml/2006/main">
              <a:ext uri="{FF2B5EF4-FFF2-40B4-BE49-F238E27FC236}">
                <a16:creationId xmlns:a16="http://schemas.microsoft.com/office/drawing/2014/main" id="{073DC5E7-B1DB-4C60-9655-A398FE5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85" name="CLOCK-EDGE-S09">
            <a:extLst xmlns:a="http://schemas.openxmlformats.org/drawingml/2006/main">
              <a:ext uri="{FF2B5EF4-FFF2-40B4-BE49-F238E27FC236}">
                <a16:creationId xmlns:a16="http://schemas.microsoft.com/office/drawing/2014/main" id="{B8324181-03A4-4B2B-A701-E7A5AA5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6" name="text-59">
            <a:extLst xmlns:a="http://schemas.openxmlformats.org/drawingml/2006/main">
              <a:ext uri="{FF2B5EF4-FFF2-40B4-BE49-F238E27FC236}">
                <a16:creationId xmlns:a16="http://schemas.microsoft.com/office/drawing/2014/main" id="{838F7891-0D56-4AFE-845B-743F8EE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S09</a:t>
            </a:r>
          </a:p>
        </p:txBody>
      </p:sp>
      <p:sp>
        <p:nvSpPr>
          <p:cNvPr id="87" name="s1-o60">
            <a:extLst xmlns:a="http://schemas.openxmlformats.org/drawingml/2006/main">
              <a:ext uri="{FF2B5EF4-FFF2-40B4-BE49-F238E27FC236}">
                <a16:creationId xmlns:a16="http://schemas.microsoft.com/office/drawing/2014/main" id="{1DDEBDE8-651B-4CB4-B4CC-601ED82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Align</a:t>
            </a:r>
          </a:p>
        </p:txBody>
      </p:sp>
      <p:cxnSp>
        <p:nvCxnSpPr>
          <p:cNvPr id="88" name="wire-61">
            <a:extLst xmlns:a="http://schemas.openxmlformats.org/drawingml/2006/main">
              <a:ext uri="{FF2B5EF4-FFF2-40B4-BE49-F238E27FC236}">
                <a16:creationId xmlns:a16="http://schemas.microsoft.com/office/drawing/2014/main" id="{D7C7FEDE-0312-4816-AA68-2BB08B563A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7760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9" name="wire-62">
            <a:extLst xmlns:a="http://schemas.openxmlformats.org/drawingml/2006/main">
              <a:ext uri="{FF2B5EF4-FFF2-40B4-BE49-F238E27FC236}">
                <a16:creationId xmlns:a16="http://schemas.microsoft.com/office/drawing/2014/main" id="{B5938692-CB80-4ED8-9D47-08B0F64748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3962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0" name="BANK-S10">
            <a:extLst xmlns:a="http://schemas.openxmlformats.org/drawingml/2006/main">
              <a:ext uri="{FF2B5EF4-FFF2-40B4-BE49-F238E27FC236}">
                <a16:creationId xmlns:a16="http://schemas.microsoft.com/office/drawing/2014/main" id="{E5BF0BFC-36BB-4E52-A88D-7CFA59B5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1" name="CLOCK-SQUARE-S10">
            <a:extLst xmlns:a="http://schemas.openxmlformats.org/drawingml/2006/main">
              <a:ext uri="{FF2B5EF4-FFF2-40B4-BE49-F238E27FC236}">
                <a16:creationId xmlns:a16="http://schemas.microsoft.com/office/drawing/2014/main" id="{DA2AE968-2887-4D8C-8549-B52CEB4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2" name="CLOCK-EDGE-S10">
            <a:extLst xmlns:a="http://schemas.openxmlformats.org/drawingml/2006/main">
              <a:ext uri="{FF2B5EF4-FFF2-40B4-BE49-F238E27FC236}">
                <a16:creationId xmlns:a16="http://schemas.microsoft.com/office/drawing/2014/main" id="{66EFEBAA-F0CF-452C-AF7A-9898343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3" name="text-63">
            <a:extLst xmlns:a="http://schemas.openxmlformats.org/drawingml/2006/main">
              <a:ext uri="{FF2B5EF4-FFF2-40B4-BE49-F238E27FC236}">
                <a16:creationId xmlns:a16="http://schemas.microsoft.com/office/drawing/2014/main" id="{5E9728A1-5C9A-4775-B8BF-AF53619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S10</a:t>
            </a:r>
          </a:p>
        </p:txBody>
      </p:sp>
      <p:sp>
        <p:nvSpPr>
          <p:cNvPr id="94" name="s1-o64">
            <a:extLst xmlns:a="http://schemas.openxmlformats.org/drawingml/2006/main">
              <a:ext uri="{FF2B5EF4-FFF2-40B4-BE49-F238E27FC236}">
                <a16:creationId xmlns:a16="http://schemas.microsoft.com/office/drawing/2014/main" id="{5D8B4B4E-EA2B-4EDD-8873-B8ACB506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 / −</a:t>
            </a:r>
          </a:p>
        </p:txBody>
      </p:sp>
      <p:cxnSp>
        <p:nvCxnSpPr>
          <p:cNvPr id="95" name="wire-65">
            <a:extLst xmlns:a="http://schemas.openxmlformats.org/drawingml/2006/main">
              <a:ext uri="{FF2B5EF4-FFF2-40B4-BE49-F238E27FC236}">
                <a16:creationId xmlns:a16="http://schemas.microsoft.com/office/drawing/2014/main" id="{4882067E-10E4-462B-9685-003669FC40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6" name="wire-66">
            <a:extLst xmlns:a="http://schemas.openxmlformats.org/drawingml/2006/main">
              <a:ext uri="{FF2B5EF4-FFF2-40B4-BE49-F238E27FC236}">
                <a16:creationId xmlns:a16="http://schemas.microsoft.com/office/drawing/2014/main" id="{A00587D0-3C7B-4E68-95B6-1F9C967423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921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7" name="BANK-S11">
            <a:extLst xmlns:a="http://schemas.openxmlformats.org/drawingml/2006/main">
              <a:ext uri="{FF2B5EF4-FFF2-40B4-BE49-F238E27FC236}">
                <a16:creationId xmlns:a16="http://schemas.microsoft.com/office/drawing/2014/main" id="{2C36BF09-4E58-45E7-8D2B-384166E8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8" name="CLOCK-SQUARE-S11">
            <a:extLst xmlns:a="http://schemas.openxmlformats.org/drawingml/2006/main">
              <a:ext uri="{FF2B5EF4-FFF2-40B4-BE49-F238E27FC236}">
                <a16:creationId xmlns:a16="http://schemas.microsoft.com/office/drawing/2014/main" id="{9A6D23C5-FEFB-4697-80B9-79EFA1A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9" name="CLOCK-EDGE-S11">
            <a:extLst xmlns:a="http://schemas.openxmlformats.org/drawingml/2006/main">
              <a:ext uri="{FF2B5EF4-FFF2-40B4-BE49-F238E27FC236}">
                <a16:creationId xmlns:a16="http://schemas.microsoft.com/office/drawing/2014/main" id="{642D4B18-8AD3-430D-8242-D8441F9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0" name="text-67">
            <a:extLst xmlns:a="http://schemas.openxmlformats.org/drawingml/2006/main">
              <a:ext uri="{FF2B5EF4-FFF2-40B4-BE49-F238E27FC236}">
                <a16:creationId xmlns:a16="http://schemas.microsoft.com/office/drawing/2014/main" id="{A627FA07-31EF-4A0A-873F-932FCFA4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S11</a:t>
            </a:r>
          </a:p>
        </p:txBody>
      </p:sp>
      <p:sp>
        <p:nvSpPr>
          <p:cNvPr id="101" name="s1-o68">
            <a:extLst xmlns:a="http://schemas.openxmlformats.org/drawingml/2006/main">
              <a:ext uri="{FF2B5EF4-FFF2-40B4-BE49-F238E27FC236}">
                <a16:creationId xmlns:a16="http://schemas.microsoft.com/office/drawing/2014/main" id="{FD3FFB37-C27F-436F-B66E-4F65D149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A3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Norm</a:t>
            </a:r>
          </a:p>
        </p:txBody>
      </p:sp>
      <p:cxnSp>
        <p:nvCxnSpPr>
          <p:cNvPr id="102" name="wire-69">
            <a:extLst xmlns:a="http://schemas.openxmlformats.org/drawingml/2006/main">
              <a:ext uri="{FF2B5EF4-FFF2-40B4-BE49-F238E27FC236}">
                <a16:creationId xmlns:a16="http://schemas.microsoft.com/office/drawing/2014/main" id="{0EADB8D8-2074-48BA-8013-FD787120AA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8265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03" name="wire-70">
            <a:extLst xmlns:a="http://schemas.openxmlformats.org/drawingml/2006/main">
              <a:ext uri="{FF2B5EF4-FFF2-40B4-BE49-F238E27FC236}">
                <a16:creationId xmlns:a16="http://schemas.microsoft.com/office/drawing/2014/main" id="{AD12751C-288B-44FB-94A5-7673836B8B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4467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4" name="BANK-S12">
            <a:extLst xmlns:a="http://schemas.openxmlformats.org/drawingml/2006/main">
              <a:ext uri="{FF2B5EF4-FFF2-40B4-BE49-F238E27FC236}">
                <a16:creationId xmlns:a16="http://schemas.microsoft.com/office/drawing/2014/main" id="{04A892FC-E51E-422E-B22E-3A68CA0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5" name="CLOCK-SQUARE-S12">
            <a:extLst xmlns:a="http://schemas.openxmlformats.org/drawingml/2006/main">
              <a:ext uri="{FF2B5EF4-FFF2-40B4-BE49-F238E27FC236}">
                <a16:creationId xmlns:a16="http://schemas.microsoft.com/office/drawing/2014/main" id="{8CFEE596-D1F7-4596-8BA7-D0A8E2B8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06" name="CLOCK-EDGE-S12">
            <a:extLst xmlns:a="http://schemas.openxmlformats.org/drawingml/2006/main">
              <a:ext uri="{FF2B5EF4-FFF2-40B4-BE49-F238E27FC236}">
                <a16:creationId xmlns:a16="http://schemas.microsoft.com/office/drawing/2014/main" id="{7F5D2C4A-0F93-409C-8E3E-2EE9BB7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7" name="text-71">
            <a:extLst xmlns:a="http://schemas.openxmlformats.org/drawingml/2006/main">
              <a:ext uri="{FF2B5EF4-FFF2-40B4-BE49-F238E27FC236}">
                <a16:creationId xmlns:a16="http://schemas.microsoft.com/office/drawing/2014/main" id="{55772C93-D6C1-4283-8BFD-05914BB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S12</a:t>
            </a:r>
          </a:p>
        </p:txBody>
      </p:sp>
      <p:sp>
        <p:nvSpPr>
          <p:cNvPr id="108" name="s1-o72">
            <a:extLst xmlns:a="http://schemas.openxmlformats.org/drawingml/2006/main">
              <a:ext uri="{FF2B5EF4-FFF2-40B4-BE49-F238E27FC236}">
                <a16:creationId xmlns:a16="http://schemas.microsoft.com/office/drawing/2014/main" id="{B02621FE-4697-45BB-BA56-D8DCD501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GRS</a:t>
            </a:r>
          </a:p>
        </p:txBody>
      </p:sp>
      <p:cxnSp>
        <p:nvCxnSpPr>
          <p:cNvPr id="109" name="wire-73">
            <a:extLst xmlns:a="http://schemas.openxmlformats.org/drawingml/2006/main">
              <a:ext uri="{FF2B5EF4-FFF2-40B4-BE49-F238E27FC236}">
                <a16:creationId xmlns:a16="http://schemas.microsoft.com/office/drawing/2014/main" id="{3284BF25-C129-46EC-93B5-E711BEFECD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35175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10" name="wire-74">
            <a:extLst xmlns:a="http://schemas.openxmlformats.org/drawingml/2006/main">
              <a:ext uri="{FF2B5EF4-FFF2-40B4-BE49-F238E27FC236}">
                <a16:creationId xmlns:a16="http://schemas.microsoft.com/office/drawing/2014/main" id="{EA77116D-0695-4A72-8C09-3F507B7268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6972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1" name="BANK-S13">
            <a:extLst xmlns:a="http://schemas.openxmlformats.org/drawingml/2006/main">
              <a:ext uri="{FF2B5EF4-FFF2-40B4-BE49-F238E27FC236}">
                <a16:creationId xmlns:a16="http://schemas.microsoft.com/office/drawing/2014/main" id="{1A69798B-319C-4BBF-ABAD-1FD6E1FB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2" name="CLOCK-SQUARE-S13">
            <a:extLst xmlns:a="http://schemas.openxmlformats.org/drawingml/2006/main">
              <a:ext uri="{FF2B5EF4-FFF2-40B4-BE49-F238E27FC236}">
                <a16:creationId xmlns:a16="http://schemas.microsoft.com/office/drawing/2014/main" id="{CAA8E8B4-AD86-4684-AC78-019653F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13" name="CLOCK-EDGE-S13">
            <a:extLst xmlns:a="http://schemas.openxmlformats.org/drawingml/2006/main">
              <a:ext uri="{FF2B5EF4-FFF2-40B4-BE49-F238E27FC236}">
                <a16:creationId xmlns:a16="http://schemas.microsoft.com/office/drawing/2014/main" id="{F07219AD-92AB-4B70-BE20-E0153FA0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4" name="text-75">
            <a:extLst xmlns:a="http://schemas.openxmlformats.org/drawingml/2006/main">
              <a:ext uri="{FF2B5EF4-FFF2-40B4-BE49-F238E27FC236}">
                <a16:creationId xmlns:a16="http://schemas.microsoft.com/office/drawing/2014/main" id="{A2700E3E-8497-4287-8D9D-1B4C60C2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5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S13</a:t>
            </a:r>
          </a:p>
        </p:txBody>
      </p:sp>
      <p:sp>
        <p:nvSpPr>
          <p:cNvPr id="115" name="s1-o76">
            <a:extLst xmlns:a="http://schemas.openxmlformats.org/drawingml/2006/main">
              <a:ext uri="{FF2B5EF4-FFF2-40B4-BE49-F238E27FC236}">
                <a16:creationId xmlns:a16="http://schemas.microsoft.com/office/drawing/2014/main" id="{223B4F1B-E743-4260-86ED-BB76DEC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325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</a:t>
            </a:r>
          </a:p>
        </p:txBody>
      </p:sp>
      <p:cxnSp>
        <p:nvCxnSpPr>
          <p:cNvPr id="116" name="wire-77">
            <a:extLst xmlns:a="http://schemas.openxmlformats.org/drawingml/2006/main">
              <a:ext uri="{FF2B5EF4-FFF2-40B4-BE49-F238E27FC236}">
                <a16:creationId xmlns:a16="http://schemas.microsoft.com/office/drawing/2014/main" id="{7C53ADE8-78D9-47AC-8DCD-8E98F607E5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887700" y="45720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17" name="wire-78">
            <a:extLst xmlns:a="http://schemas.openxmlformats.org/drawingml/2006/main">
              <a:ext uri="{FF2B5EF4-FFF2-40B4-BE49-F238E27FC236}">
                <a16:creationId xmlns:a16="http://schemas.microsoft.com/office/drawing/2014/main" id="{63E73A47-727B-4EC3-B86D-9750F20878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849725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8" name="BANK-S14">
            <a:extLst xmlns:a="http://schemas.openxmlformats.org/drawingml/2006/main">
              <a:ext uri="{FF2B5EF4-FFF2-40B4-BE49-F238E27FC236}">
                <a16:creationId xmlns:a16="http://schemas.microsoft.com/office/drawing/2014/main" id="{56F1BAA7-255A-45D6-9658-D8CC82C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9" name="CLOCK-SQUARE-S14">
            <a:extLst xmlns:a="http://schemas.openxmlformats.org/drawingml/2006/main">
              <a:ext uri="{FF2B5EF4-FFF2-40B4-BE49-F238E27FC236}">
                <a16:creationId xmlns:a16="http://schemas.microsoft.com/office/drawing/2014/main" id="{5618C210-288D-4672-9CB0-396F5303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20" name="CLOCK-EDGE-S14">
            <a:extLst xmlns:a="http://schemas.openxmlformats.org/drawingml/2006/main">
              <a:ext uri="{FF2B5EF4-FFF2-40B4-BE49-F238E27FC236}">
                <a16:creationId xmlns:a16="http://schemas.microsoft.com/office/drawing/2014/main" id="{48448A3E-29C4-4E1E-8630-707F600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21" name="text-79">
            <a:extLst xmlns:a="http://schemas.openxmlformats.org/drawingml/2006/main">
              <a:ext uri="{FF2B5EF4-FFF2-40B4-BE49-F238E27FC236}">
                <a16:creationId xmlns:a16="http://schemas.microsoft.com/office/drawing/2014/main" id="{A3753490-3A9B-4FAD-B421-1D2AD0B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S14</a:t>
            </a:r>
          </a:p>
        </p:txBody>
      </p:sp>
      <p:sp>
        <p:nvSpPr>
          <p:cNvPr id="122" name="text-80">
            <a:extLst xmlns:a="http://schemas.openxmlformats.org/drawingml/2006/main">
              <a:ext uri="{FF2B5EF4-FFF2-40B4-BE49-F238E27FC236}">
                <a16:creationId xmlns:a16="http://schemas.microsoft.com/office/drawing/2014/main" id="{5E27C156-E0DC-49E0-B91F-A118D64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05275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A, B</a:t>
            </a:r>
          </a:p>
        </p:txBody>
      </p:sp>
      <p:cxnSp>
        <p:nvCxnSpPr>
          <p:cNvPr id="123" name="wire-81">
            <a:extLst xmlns:a="http://schemas.openxmlformats.org/drawingml/2006/main">
              <a:ext uri="{FF2B5EF4-FFF2-40B4-BE49-F238E27FC236}">
                <a16:creationId xmlns:a16="http://schemas.microsoft.com/office/drawing/2014/main" id="{C6CAC4B6-5AD6-424F-8B42-EA3DD25573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750" y="4572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4" name="text-82">
            <a:extLst xmlns:a="http://schemas.openxmlformats.org/drawingml/2006/main">
              <a:ext uri="{FF2B5EF4-FFF2-40B4-BE49-F238E27FC236}">
                <a16:creationId xmlns:a16="http://schemas.microsoft.com/office/drawing/2014/main" id="{E96337E0-D758-4EB4-A311-8057E7D8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7685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/ B / C</a:t>
            </a:r>
          </a:p>
        </p:txBody>
      </p:sp>
      <p:sp>
        <p:nvSpPr>
          <p:cNvPr id="125" name="text-83">
            <a:extLst xmlns:a="http://schemas.openxmlformats.org/drawingml/2006/main">
              <a:ext uri="{FF2B5EF4-FFF2-40B4-BE49-F238E27FC236}">
                <a16:creationId xmlns:a16="http://schemas.microsoft.com/office/drawing/2014/main" id="{5868E726-BD0D-4F22-B713-0C138883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68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sf, frac</a:t>
            </a:r>
          </a:p>
        </p:txBody>
      </p:sp>
      <p:cxnSp>
        <p:nvCxnSpPr>
          <p:cNvPr id="126" name="wire-84">
            <a:extLst xmlns:a="http://schemas.openxmlformats.org/drawingml/2006/main">
              <a:ext uri="{FF2B5EF4-FFF2-40B4-BE49-F238E27FC236}">
                <a16:creationId xmlns:a16="http://schemas.microsoft.com/office/drawing/2014/main" id="{A59AD05E-4139-4143-9590-7FF07B5E40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40225" y="45720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7" name="text-85">
            <a:extLst xmlns:a="http://schemas.openxmlformats.org/drawingml/2006/main">
              <a:ext uri="{FF2B5EF4-FFF2-40B4-BE49-F238E27FC236}">
                <a16:creationId xmlns:a16="http://schemas.microsoft.com/office/drawing/2014/main" id="{2F5DCF04-1D31-4C89-BBBB-E8F76DB9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1221" y="4010025"/>
            <a:ext cx="77295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D[31:0]</a:t>
            </a:r>
          </a:p>
        </p:txBody>
      </p:sp>
      <p:cxnSp>
        <p:nvCxnSpPr>
          <p:cNvPr id="128" name="wire-86">
            <a:extLst xmlns:a="http://schemas.openxmlformats.org/drawingml/2006/main">
              <a:ext uri="{FF2B5EF4-FFF2-40B4-BE49-F238E27FC236}">
                <a16:creationId xmlns:a16="http://schemas.microsoft.com/office/drawing/2014/main" id="{6C085B2E-8726-4458-B32F-DF95492175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40225" y="508635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9" name="text-87">
            <a:extLst xmlns:a="http://schemas.openxmlformats.org/drawingml/2006/main">
              <a:ext uri="{FF2B5EF4-FFF2-40B4-BE49-F238E27FC236}">
                <a16:creationId xmlns:a16="http://schemas.microsoft.com/office/drawing/2014/main" id="{06643E04-AFA9-4773-9827-95C90C3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2925" y="5238750"/>
            <a:ext cx="870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flags[4:0]</a:t>
            </a:r>
          </a:p>
        </p:txBody>
      </p:sp>
      <p:cxnSp>
        <p:nvCxnSpPr>
          <p:cNvPr id="130" name="wire-88">
            <a:extLst xmlns:a="http://schemas.openxmlformats.org/drawingml/2006/main">
              <a:ext uri="{FF2B5EF4-FFF2-40B4-BE49-F238E27FC236}">
                <a16:creationId xmlns:a16="http://schemas.microsoft.com/office/drawing/2014/main" id="{3F2CA737-5386-4C70-A5B1-F7190F6037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4962525"/>
            <a:ext cx="28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1" name="wire-89">
            <a:extLst xmlns:a="http://schemas.openxmlformats.org/drawingml/2006/main">
              <a:ext uri="{FF2B5EF4-FFF2-40B4-BE49-F238E27FC236}">
                <a16:creationId xmlns:a16="http://schemas.microsoft.com/office/drawing/2014/main" id="{04D91D79-8AE5-4956-B33F-7F9CDE269A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4962525"/>
            <a:ext cx="0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2" name="wire-90">
            <a:extLst xmlns:a="http://schemas.openxmlformats.org/drawingml/2006/main">
              <a:ext uri="{FF2B5EF4-FFF2-40B4-BE49-F238E27FC236}">
                <a16:creationId xmlns:a16="http://schemas.microsoft.com/office/drawing/2014/main" id="{29B02AAF-BA64-4042-A281-5C3584E5E5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646747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33" name="s1-o91">
            <a:extLst xmlns:a="http://schemas.openxmlformats.org/drawingml/2006/main">
              <a:ext uri="{FF2B5EF4-FFF2-40B4-BE49-F238E27FC236}">
                <a16:creationId xmlns:a16="http://schemas.microsoft.com/office/drawing/2014/main" id="{E141EE37-CFBA-4E4C-9B7C-83D6E5B3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BANK-C_CONTEXT_AT_M0">
            <a:extLst xmlns:a="http://schemas.openxmlformats.org/drawingml/2006/main">
              <a:ext uri="{FF2B5EF4-FFF2-40B4-BE49-F238E27FC236}">
                <a16:creationId xmlns:a16="http://schemas.microsoft.com/office/drawing/2014/main" id="{7009EDC0-FD37-4281-B3CA-24F07FE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00775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35" name="CLOCK-SQUARE-C_CONTEXT_AT_M0">
            <a:extLst xmlns:a="http://schemas.openxmlformats.org/drawingml/2006/main">
              <a:ext uri="{FF2B5EF4-FFF2-40B4-BE49-F238E27FC236}">
                <a16:creationId xmlns:a16="http://schemas.microsoft.com/office/drawing/2014/main" id="{9EFE099E-FE7C-4F92-B5F6-D5DEA44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753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36" name="CLOCK-EDGE-C_CONTEXT_AT_M0">
            <a:extLst xmlns:a="http://schemas.openxmlformats.org/drawingml/2006/main">
              <a:ext uri="{FF2B5EF4-FFF2-40B4-BE49-F238E27FC236}">
                <a16:creationId xmlns:a16="http://schemas.microsoft.com/office/drawing/2014/main" id="{309ED3F7-F417-451F-8A91-BDC87D5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7532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37" name="wire-92">
            <a:extLst xmlns:a="http://schemas.openxmlformats.org/drawingml/2006/main">
              <a:ext uri="{FF2B5EF4-FFF2-40B4-BE49-F238E27FC236}">
                <a16:creationId xmlns:a16="http://schemas.microsoft.com/office/drawing/2014/main" id="{520ECAA8-2EC2-4A6D-9BED-C1CF026ECD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62450" y="6467475"/>
            <a:ext cx="7419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8" name="wire-93">
            <a:extLst xmlns:a="http://schemas.openxmlformats.org/drawingml/2006/main">
              <a:ext uri="{FF2B5EF4-FFF2-40B4-BE49-F238E27FC236}">
                <a16:creationId xmlns:a16="http://schemas.microsoft.com/office/drawing/2014/main" id="{359032A1-12A7-4EA5-94AE-E3B13345F38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782425" y="5181600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39" name="text-94">
            <a:extLst xmlns:a="http://schemas.openxmlformats.org/drawingml/2006/main">
              <a:ext uri="{FF2B5EF4-FFF2-40B4-BE49-F238E27FC236}">
                <a16:creationId xmlns:a16="http://schemas.microsoft.com/office/drawing/2014/main" id="{212401A3-C14E-4A9A-85C6-61A2CD8E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543675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C_context: sign, sf, frac, Zero/NaR</a:t>
            </a:r>
          </a:p>
        </p:txBody>
      </p:sp>
      <p:sp>
        <p:nvSpPr>
          <p:cNvPr id="140" name="text-95">
            <a:extLst xmlns:a="http://schemas.openxmlformats.org/drawingml/2006/main">
              <a:ext uri="{FF2B5EF4-FFF2-40B4-BE49-F238E27FC236}">
                <a16:creationId xmlns:a16="http://schemas.microsoft.com/office/drawing/2014/main" id="{B517BBD2-992E-4288-BF12-A8932D2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9056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Giữ trong thời gian nhân lặp</a:t>
            </a:r>
          </a:p>
        </p:txBody>
      </p:sp>
      <p:cxnSp>
        <p:nvCxnSpPr>
          <p:cNvPr id="141" name="wire-96">
            <a:extLst xmlns:a="http://schemas.openxmlformats.org/drawingml/2006/main">
              <a:ext uri="{FF2B5EF4-FFF2-40B4-BE49-F238E27FC236}">
                <a16:creationId xmlns:a16="http://schemas.microsoft.com/office/drawing/2014/main" id="{BDCC02EE-074F-4789-90B0-C091A3940C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24450" y="5181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42" name="wire-97">
            <a:extLst xmlns:a="http://schemas.openxmlformats.org/drawingml/2006/main">
              <a:ext uri="{FF2B5EF4-FFF2-40B4-BE49-F238E27FC236}">
                <a16:creationId xmlns:a16="http://schemas.microsoft.com/office/drawing/2014/main" id="{2E578D5E-0E90-4760-8EA9-F357033DBB5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43425" y="58102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43" name="wire-98">
            <a:extLst xmlns:a="http://schemas.openxmlformats.org/drawingml/2006/main">
              <a:ext uri="{FF2B5EF4-FFF2-40B4-BE49-F238E27FC236}">
                <a16:creationId xmlns:a16="http://schemas.microsoft.com/office/drawing/2014/main" id="{36F7A542-66A7-46EA-B548-6EA3C23B2B3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43425" y="5181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44" name="text-99">
            <a:extLst xmlns:a="http://schemas.openxmlformats.org/drawingml/2006/main">
              <a:ext uri="{FF2B5EF4-FFF2-40B4-BE49-F238E27FC236}">
                <a16:creationId xmlns:a16="http://schemas.microsoft.com/office/drawing/2014/main" id="{96861451-45FE-4B0D-9D27-5B8B037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8864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 bước</a:t>
            </a:r>
          </a:p>
        </p:txBody>
      </p:sp>
      <p:cxnSp>
        <p:nvCxnSpPr>
          <p:cNvPr id="145" name="wire-100">
            <a:extLst xmlns:a="http://schemas.openxmlformats.org/drawingml/2006/main">
              <a:ext uri="{FF2B5EF4-FFF2-40B4-BE49-F238E27FC236}">
                <a16:creationId xmlns:a16="http://schemas.microsoft.com/office/drawing/2014/main" id="{6C7BBCEF-A17C-4F6B-92FC-7D37AA633C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316450" y="4572000"/>
            <a:ext cx="0" cy="3695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46" name="wire-101">
            <a:extLst xmlns:a="http://schemas.openxmlformats.org/drawingml/2006/main">
              <a:ext uri="{FF2B5EF4-FFF2-40B4-BE49-F238E27FC236}">
                <a16:creationId xmlns:a16="http://schemas.microsoft.com/office/drawing/2014/main" id="{D12D2F1E-7C61-4183-B7AD-A0B78C88156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068675" y="8267700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47" name="s1-o102">
            <a:extLst xmlns:a="http://schemas.openxmlformats.org/drawingml/2006/main">
              <a:ext uri="{FF2B5EF4-FFF2-40B4-BE49-F238E27FC236}">
                <a16:creationId xmlns:a16="http://schemas.microsoft.com/office/drawing/2014/main" id="{E78F13B6-C169-496F-A341-4D3B2EC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4543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BANK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7415AC6F-151D-4D69-99E9-CECCD00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905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49" name="CLOCK-SQUARE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A0DE4F0E-4CAF-4BA4-ACF0-2470D01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325" y="8629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50" name="CLOCK-EDGE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DEFEC8AE-EF58-4A72-9FA1-6171FAE9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325" y="86296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51" name="wire-103">
            <a:extLst xmlns:a="http://schemas.openxmlformats.org/drawingml/2006/main">
              <a:ext uri="{FF2B5EF4-FFF2-40B4-BE49-F238E27FC236}">
                <a16:creationId xmlns:a16="http://schemas.microsoft.com/office/drawing/2014/main" id="{FFF67D45-3A80-4BC5-A409-586042E14D7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067300" y="8267700"/>
            <a:ext cx="10906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52" name="wire-104">
            <a:extLst xmlns:a="http://schemas.openxmlformats.org/drawingml/2006/main">
              <a:ext uri="{FF2B5EF4-FFF2-40B4-BE49-F238E27FC236}">
                <a16:creationId xmlns:a16="http://schemas.microsoft.com/office/drawing/2014/main" id="{A1DB7E13-A303-4F81-9A2A-7DAB441BD5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67300" y="82677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53" name="wire-105">
            <a:extLst xmlns:a="http://schemas.openxmlformats.org/drawingml/2006/main">
              <a:ext uri="{FF2B5EF4-FFF2-40B4-BE49-F238E27FC236}">
                <a16:creationId xmlns:a16="http://schemas.microsoft.com/office/drawing/2014/main" id="{230B20E3-035B-48F5-A27D-54ADEF774D7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571875" y="8477250"/>
            <a:ext cx="1495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54" name="text-106">
            <a:extLst xmlns:a="http://schemas.openxmlformats.org/drawingml/2006/main">
              <a:ext uri="{FF2B5EF4-FFF2-40B4-BE49-F238E27FC236}">
                <a16:creationId xmlns:a16="http://schemas.microsoft.com/office/drawing/2014/main" id="{3302C2D4-5EE6-4D54-9C1B-40C57F2C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429" y="8782050"/>
            <a:ext cx="201587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accumulator_q[31:0]</a:t>
            </a:r>
          </a:p>
        </p:txBody>
      </p:sp>
      <p:sp>
        <p:nvSpPr>
          <p:cNvPr id="155" name="text-107">
            <a:extLst xmlns:a="http://schemas.openxmlformats.org/drawingml/2006/main">
              <a:ext uri="{FF2B5EF4-FFF2-40B4-BE49-F238E27FC236}">
                <a16:creationId xmlns:a16="http://schemas.microsoft.com/office/drawing/2014/main" id="{CB2ACCC7-A0E1-4940-A9E0-00145B83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439" y="7724775"/>
            <a:ext cx="369398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CE: commit một lần khi kết quả xuất hiện</a:t>
            </a:r>
          </a:p>
        </p:txBody>
      </p:sp>
      <p:sp>
        <p:nvSpPr>
          <p:cNvPr id="156" name="C_CLEAR_MUX-108">
            <a:extLst xmlns:a="http://schemas.openxmlformats.org/drawingml/2006/main">
              <a:ext uri="{FF2B5EF4-FFF2-40B4-BE49-F238E27FC236}">
                <a16:creationId xmlns:a16="http://schemas.microsoft.com/office/drawing/2014/main" id="{01D83C55-6A7A-4B9C-9FBB-217593B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839075"/>
            <a:ext cx="333375" cy="857250"/>
          </a:xfrm>
          <a:custGeom xmlns:a="http://schemas.openxmlformats.org/drawingml/2006/main">
            <a:pathLst>
              <a:path w="333375" h="857250">
                <a:moveTo>
                  <a:pt x="333375" y="0"/>
                </a:moveTo>
                <a:lnTo>
                  <a:pt x="333375" y="857250"/>
                </a:lnTo>
                <a:lnTo>
                  <a:pt x="0" y="668655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57" name="wire-109">
            <a:extLst xmlns:a="http://schemas.openxmlformats.org/drawingml/2006/main">
              <a:ext uri="{FF2B5EF4-FFF2-40B4-BE49-F238E27FC236}">
                <a16:creationId xmlns:a16="http://schemas.microsoft.com/office/drawing/2014/main" id="{DB02B327-0ACC-41F4-961C-0FBF3CAD6B9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571875" y="80581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58" name="text-110">
            <a:extLst xmlns:a="http://schemas.openxmlformats.org/drawingml/2006/main">
              <a:ext uri="{FF2B5EF4-FFF2-40B4-BE49-F238E27FC236}">
                <a16:creationId xmlns:a16="http://schemas.microsoft.com/office/drawing/2014/main" id="{C6DF4F11-D1C4-4534-8283-B3C790ED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77057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59" name="text-111">
            <a:extLst xmlns:a="http://schemas.openxmlformats.org/drawingml/2006/main">
              <a:ext uri="{FF2B5EF4-FFF2-40B4-BE49-F238E27FC236}">
                <a16:creationId xmlns:a16="http://schemas.microsoft.com/office/drawing/2014/main" id="{B23E3972-EAE9-425E-8227-5142B744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391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acc_clr</a:t>
            </a:r>
          </a:p>
        </p:txBody>
      </p:sp>
      <p:cxnSp>
        <p:nvCxnSpPr>
          <p:cNvPr id="160" name="wire-112">
            <a:extLst xmlns:a="http://schemas.openxmlformats.org/drawingml/2006/main">
              <a:ext uri="{FF2B5EF4-FFF2-40B4-BE49-F238E27FC236}">
                <a16:creationId xmlns:a16="http://schemas.microsoft.com/office/drawing/2014/main" id="{EA1E9883-C7C6-44B2-8566-24895072E7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00425" y="77247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161" name="wire-113">
            <a:extLst xmlns:a="http://schemas.openxmlformats.org/drawingml/2006/main">
              <a:ext uri="{FF2B5EF4-FFF2-40B4-BE49-F238E27FC236}">
                <a16:creationId xmlns:a16="http://schemas.microsoft.com/office/drawing/2014/main" id="{7E363485-A027-4851-B536-1F84522061A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38350" y="82677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62" name="C_MODE_MUX-114">
            <a:extLst xmlns:a="http://schemas.openxmlformats.org/drawingml/2006/main">
              <a:ext uri="{FF2B5EF4-FFF2-40B4-BE49-F238E27FC236}">
                <a16:creationId xmlns:a16="http://schemas.microsoft.com/office/drawing/2014/main" id="{BEE70328-E5CD-4A72-9C72-FE49BC3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39075"/>
            <a:ext cx="323850" cy="857250"/>
          </a:xfrm>
          <a:custGeom xmlns:a="http://schemas.openxmlformats.org/drawingml/2006/main">
            <a:pathLst>
              <a:path w="323850" h="857250">
                <a:moveTo>
                  <a:pt x="323850" y="0"/>
                </a:moveTo>
                <a:lnTo>
                  <a:pt x="323850" y="857250"/>
                </a:lnTo>
                <a:lnTo>
                  <a:pt x="0" y="668655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63" name="wire-115">
            <a:extLst xmlns:a="http://schemas.openxmlformats.org/drawingml/2006/main">
              <a:ext uri="{FF2B5EF4-FFF2-40B4-BE49-F238E27FC236}">
                <a16:creationId xmlns:a16="http://schemas.microsoft.com/office/drawing/2014/main" id="{B8938FD3-093B-407F-9B4C-DD9A11B33C7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86000" y="9115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64" name="wire-116">
            <a:extLst xmlns:a="http://schemas.openxmlformats.org/drawingml/2006/main">
              <a:ext uri="{FF2B5EF4-FFF2-40B4-BE49-F238E27FC236}">
                <a16:creationId xmlns:a16="http://schemas.microsoft.com/office/drawing/2014/main" id="{81E6875E-DE2E-4244-9ABE-D58FEE0CD0B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86000" y="8477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65" name="wire-117">
            <a:extLst xmlns:a="http://schemas.openxmlformats.org/drawingml/2006/main">
              <a:ext uri="{FF2B5EF4-FFF2-40B4-BE49-F238E27FC236}">
                <a16:creationId xmlns:a16="http://schemas.microsoft.com/office/drawing/2014/main" id="{FBBF1E41-4DEC-431F-BFF0-81932927FC4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38350" y="8477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66" name="text-118">
            <a:extLst xmlns:a="http://schemas.openxmlformats.org/drawingml/2006/main">
              <a:ext uri="{FF2B5EF4-FFF2-40B4-BE49-F238E27FC236}">
                <a16:creationId xmlns:a16="http://schemas.microsoft.com/office/drawing/2014/main" id="{5CFA29FA-6EDE-4DB5-BA0E-84839B8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972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C_port[31:0]</a:t>
            </a:r>
          </a:p>
        </p:txBody>
      </p:sp>
      <p:sp>
        <p:nvSpPr>
          <p:cNvPr id="167" name="text-119">
            <a:extLst xmlns:a="http://schemas.openxmlformats.org/drawingml/2006/main">
              <a:ext uri="{FF2B5EF4-FFF2-40B4-BE49-F238E27FC236}">
                <a16:creationId xmlns:a16="http://schemas.microsoft.com/office/drawing/2014/main" id="{7DDDDD91-5224-4739-904B-D0604AE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914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acc_mode</a:t>
            </a:r>
          </a:p>
        </p:txBody>
      </p:sp>
      <p:cxnSp>
        <p:nvCxnSpPr>
          <p:cNvPr id="168" name="wire-120">
            <a:extLst xmlns:a="http://schemas.openxmlformats.org/drawingml/2006/main">
              <a:ext uri="{FF2B5EF4-FFF2-40B4-BE49-F238E27FC236}">
                <a16:creationId xmlns:a16="http://schemas.microsoft.com/office/drawing/2014/main" id="{AC2F8AEA-C935-4295-9635-1E271D3DD7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77247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169" name="wire-121">
            <a:extLst xmlns:a="http://schemas.openxmlformats.org/drawingml/2006/main">
              <a:ext uri="{FF2B5EF4-FFF2-40B4-BE49-F238E27FC236}">
                <a16:creationId xmlns:a16="http://schemas.microsoft.com/office/drawing/2014/main" id="{53664B42-4D8B-4F8A-BF7D-3862CA8725F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14375" y="82677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70" name="wire-122">
            <a:extLst xmlns:a="http://schemas.openxmlformats.org/drawingml/2006/main">
              <a:ext uri="{FF2B5EF4-FFF2-40B4-BE49-F238E27FC236}">
                <a16:creationId xmlns:a16="http://schemas.microsoft.com/office/drawing/2014/main" id="{4E4B2068-7D6F-4ADD-B183-089BE76B659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375" y="4943475"/>
            <a:ext cx="0" cy="3324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71" name="wire-123">
            <a:extLst xmlns:a="http://schemas.openxmlformats.org/drawingml/2006/main">
              <a:ext uri="{FF2B5EF4-FFF2-40B4-BE49-F238E27FC236}">
                <a16:creationId xmlns:a16="http://schemas.microsoft.com/office/drawing/2014/main" id="{761E0631-002C-428E-A801-89486BB577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" y="49434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72" name="text-124">
            <a:extLst xmlns:a="http://schemas.openxmlformats.org/drawingml/2006/main">
              <a:ext uri="{FF2B5EF4-FFF2-40B4-BE49-F238E27FC236}">
                <a16:creationId xmlns:a16="http://schemas.microsoft.com/office/drawing/2014/main" id="{C9E8252F-C5AE-40B0-B8F5-6693121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714375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C_eff</a:t>
            </a:r>
          </a:p>
        </p:txBody>
      </p:sp>
      <p:sp>
        <p:nvSpPr>
          <p:cNvPr id="173" name="text-125">
            <a:extLst xmlns:a="http://schemas.openxmlformats.org/drawingml/2006/main">
              <a:ext uri="{FF2B5EF4-FFF2-40B4-BE49-F238E27FC236}">
                <a16:creationId xmlns:a16="http://schemas.microsoft.com/office/drawing/2014/main" id="{282BF339-26DE-4355-8141-45B8D44E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1154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Nét liền: dữ liệu     Nét đứt: điều khiển     Thanh mảnh có ô clock: bank FF</a:t>
            </a:r>
          </a:p>
        </p:txBody>
      </p:sp>
    </p:spTree>
    <p:extLst>
      <p:ext uri="{BB962C8B-B14F-4D97-AF65-F5344CB8AC3E}">
        <p14:creationId xmlns:p14="http://schemas.microsoft.com/office/powerpoint/2010/main" val="1745296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text-126">
            <a:extLst xmlns:a="http://schemas.openxmlformats.org/drawingml/2006/main">
              <a:ext uri="{FF2B5EF4-FFF2-40B4-BE49-F238E27FC236}">
                <a16:creationId xmlns:a16="http://schemas.microsoft.com/office/drawing/2014/main" id="{E1C95D31-3E47-46E9-A2B6-B3C7F5A6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 fused: toàn bộ 13 tầng RTL</a:t>
            </a:r>
          </a:p>
        </p:txBody>
      </p:sp>
      <p:sp>
        <p:nvSpPr>
          <p:cNvPr id="2" name="text-127">
            <a:extLst xmlns:a="http://schemas.openxmlformats.org/drawingml/2006/main">
              <a:ext uri="{FF2B5EF4-FFF2-40B4-BE49-F238E27FC236}">
                <a16:creationId xmlns:a16="http://schemas.microsoft.com/office/drawing/2014/main" id="{DDBC68FE-3FDA-4596-9452-84F0AF03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 = RNE(P̂ + C_eff), FW12, W32/Q29, approximate-only</a:t>
            </a:r>
          </a:p>
        </p:txBody>
      </p:sp>
      <p:cxnSp>
        <p:nvCxnSpPr>
          <p:cNvPr id="3" name="wire-128">
            <a:extLst xmlns:a="http://schemas.openxmlformats.org/drawingml/2006/main">
              <a:ext uri="{FF2B5EF4-FFF2-40B4-BE49-F238E27FC236}">
                <a16:creationId xmlns:a16="http://schemas.microsoft.com/office/drawing/2014/main" id="{670F9156-28D8-4EF5-B1F8-F6CEC0BFBA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129">
            <a:extLst xmlns:a="http://schemas.openxmlformats.org/drawingml/2006/main">
              <a:ext uri="{FF2B5EF4-FFF2-40B4-BE49-F238E27FC236}">
                <a16:creationId xmlns:a16="http://schemas.microsoft.com/office/drawing/2014/main" id="{6E45C7F6-7419-403C-B81F-9B6B797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130">
            <a:extLst xmlns:a="http://schemas.openxmlformats.org/drawingml/2006/main">
              <a:ext uri="{FF2B5EF4-FFF2-40B4-BE49-F238E27FC236}">
                <a16:creationId xmlns:a16="http://schemas.microsoft.com/office/drawing/2014/main" id="{4DD175EF-599F-4DD4-879C-102BE1F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6" name="text-131">
            <a:extLst xmlns:a="http://schemas.openxmlformats.org/drawingml/2006/main">
              <a:ext uri="{FF2B5EF4-FFF2-40B4-BE49-F238E27FC236}">
                <a16:creationId xmlns:a16="http://schemas.microsoft.com/office/drawing/2014/main" id="{7ACC5012-55A8-4964-A7F0-097CEB1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13 bank dữ liệu, RNE cuối</a:t>
            </a:r>
          </a:p>
        </p:txBody>
      </p:sp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245FB830-5BB8-4C68-B0BC-0B9EC7B6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249" y="1905000"/>
            <a:ext cx="383305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L_valid = q + 11     II_min = q + 13</a:t>
            </a:r>
          </a:p>
        </p:txBody>
      </p:sp>
      <p:sp>
        <p:nvSpPr>
          <p:cNvPr id="8" name="text-133">
            <a:extLst xmlns:a="http://schemas.openxmlformats.org/drawingml/2006/main">
              <a:ext uri="{FF2B5EF4-FFF2-40B4-BE49-F238E27FC236}">
                <a16:creationId xmlns:a16="http://schemas.microsoft.com/office/drawing/2014/main" id="{8C8A528A-36FB-4D08-B72E-E577B3EF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q = max(1, số vòng fraction thực hiện)</a:t>
            </a:r>
          </a:p>
        </p:txBody>
      </p:sp>
      <p:cxnSp>
        <p:nvCxnSpPr>
          <p:cNvPr id="9" name="wire-134">
            <a:extLst xmlns:a="http://schemas.openxmlformats.org/drawingml/2006/main">
              <a:ext uri="{FF2B5EF4-FFF2-40B4-BE49-F238E27FC236}">
                <a16:creationId xmlns:a16="http://schemas.microsoft.com/office/drawing/2014/main" id="{D4A146BF-4D91-4D3C-9F76-8FF5432764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3143250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0" name="wire-135">
            <a:extLst xmlns:a="http://schemas.openxmlformats.org/drawingml/2006/main">
              <a:ext uri="{FF2B5EF4-FFF2-40B4-BE49-F238E27FC236}">
                <a16:creationId xmlns:a16="http://schemas.microsoft.com/office/drawing/2014/main" id="{407CCABE-180F-4B90-BE83-CDEE6D3E5D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1" name="wire-136">
            <a:extLst xmlns:a="http://schemas.openxmlformats.org/drawingml/2006/main">
              <a:ext uri="{FF2B5EF4-FFF2-40B4-BE49-F238E27FC236}">
                <a16:creationId xmlns:a16="http://schemas.microsoft.com/office/drawing/2014/main" id="{60489E95-0A41-4F39-84A8-7AC6D16787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2" name="text-137">
            <a:extLst xmlns:a="http://schemas.openxmlformats.org/drawingml/2006/main">
              <a:ext uri="{FF2B5EF4-FFF2-40B4-BE49-F238E27FC236}">
                <a16:creationId xmlns:a16="http://schemas.microsoft.com/office/drawing/2014/main" id="{C1FC620E-616A-4755-AD5C-E480A78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A / B / C</a:t>
            </a:r>
          </a:p>
        </p:txBody>
      </p:sp>
      <p:cxnSp>
        <p:nvCxnSpPr>
          <p:cNvPr id="13" name="wire-138">
            <a:extLst xmlns:a="http://schemas.openxmlformats.org/drawingml/2006/main">
              <a:ext uri="{FF2B5EF4-FFF2-40B4-BE49-F238E27FC236}">
                <a16:creationId xmlns:a16="http://schemas.microsoft.com/office/drawing/2014/main" id="{3AA3DE5B-7F4A-47C6-9D81-410FA4DCA1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29000" y="3143250"/>
            <a:ext cx="4819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4" name="wire-139">
            <a:extLst xmlns:a="http://schemas.openxmlformats.org/drawingml/2006/main">
              <a:ext uri="{FF2B5EF4-FFF2-40B4-BE49-F238E27FC236}">
                <a16:creationId xmlns:a16="http://schemas.microsoft.com/office/drawing/2014/main" id="{C879540C-935B-4342-8996-75F990B9A8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290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5" name="wire-140">
            <a:extLst xmlns:a="http://schemas.openxmlformats.org/drawingml/2006/main">
              <a:ext uri="{FF2B5EF4-FFF2-40B4-BE49-F238E27FC236}">
                <a16:creationId xmlns:a16="http://schemas.microsoft.com/office/drawing/2014/main" id="{9FECC6EE-DBF1-4091-8AD2-49B1E544AD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6" name="text-141">
            <a:extLst xmlns:a="http://schemas.openxmlformats.org/drawingml/2006/main">
              <a:ext uri="{FF2B5EF4-FFF2-40B4-BE49-F238E27FC236}">
                <a16:creationId xmlns:a16="http://schemas.microsoft.com/office/drawing/2014/main" id="{D867C403-EE97-4CE9-B8F0-9FC0E68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Nhân lặp: SAC / SBM</a:t>
            </a:r>
          </a:p>
        </p:txBody>
      </p:sp>
      <p:cxnSp>
        <p:nvCxnSpPr>
          <p:cNvPr id="17" name="wire-142">
            <a:extLst xmlns:a="http://schemas.openxmlformats.org/drawingml/2006/main">
              <a:ext uri="{FF2B5EF4-FFF2-40B4-BE49-F238E27FC236}">
                <a16:creationId xmlns:a16="http://schemas.microsoft.com/office/drawing/2014/main" id="{1DC294B2-37A2-4FC8-BDA3-B36D90B405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82000" y="3143250"/>
            <a:ext cx="6057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8" name="wire-143">
            <a:extLst xmlns:a="http://schemas.openxmlformats.org/drawingml/2006/main">
              <a:ext uri="{FF2B5EF4-FFF2-40B4-BE49-F238E27FC236}">
                <a16:creationId xmlns:a16="http://schemas.microsoft.com/office/drawing/2014/main" id="{FAA84787-17FE-4399-9585-F1DE062E21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820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9" name="wire-144">
            <a:extLst xmlns:a="http://schemas.openxmlformats.org/drawingml/2006/main">
              <a:ext uri="{FF2B5EF4-FFF2-40B4-BE49-F238E27FC236}">
                <a16:creationId xmlns:a16="http://schemas.microsoft.com/office/drawing/2014/main" id="{F0107792-9B4A-47CC-9147-FD041A9FBF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4399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20" name="text-145">
            <a:extLst xmlns:a="http://schemas.openxmlformats.org/drawingml/2006/main">
              <a:ext uri="{FF2B5EF4-FFF2-40B4-BE49-F238E27FC236}">
                <a16:creationId xmlns:a16="http://schemas.microsoft.com/office/drawing/2014/main" id="{1EB1E53D-4385-4727-B1F8-B531EC4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605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Fused add: F1…F5</a:t>
            </a:r>
          </a:p>
        </p:txBody>
      </p:sp>
      <p:cxnSp>
        <p:nvCxnSpPr>
          <p:cNvPr id="21" name="wire-146">
            <a:extLst xmlns:a="http://schemas.openxmlformats.org/drawingml/2006/main">
              <a:ext uri="{FF2B5EF4-FFF2-40B4-BE49-F238E27FC236}">
                <a16:creationId xmlns:a16="http://schemas.microsoft.com/office/drawing/2014/main" id="{09010920-D994-4239-9DF1-E5BCC59D93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0" y="3143250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22" name="wire-147">
            <a:extLst xmlns:a="http://schemas.openxmlformats.org/drawingml/2006/main">
              <a:ext uri="{FF2B5EF4-FFF2-40B4-BE49-F238E27FC236}">
                <a16:creationId xmlns:a16="http://schemas.microsoft.com/office/drawing/2014/main" id="{FF89E7C8-F3C7-4446-9320-632E389065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23" name="wire-148">
            <a:extLst xmlns:a="http://schemas.openxmlformats.org/drawingml/2006/main">
              <a:ext uri="{FF2B5EF4-FFF2-40B4-BE49-F238E27FC236}">
                <a16:creationId xmlns:a16="http://schemas.microsoft.com/office/drawing/2014/main" id="{48E8D68E-184E-4ECD-B071-5F2155C8C9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916400" y="31432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24" name="text-149">
            <a:extLst xmlns:a="http://schemas.openxmlformats.org/drawingml/2006/main">
              <a:ext uri="{FF2B5EF4-FFF2-40B4-BE49-F238E27FC236}">
                <a16:creationId xmlns:a16="http://schemas.microsoft.com/office/drawing/2014/main" id="{800373C9-0B81-486E-B571-2B438DA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7432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Packer cuối</a:t>
            </a:r>
          </a:p>
        </p:txBody>
      </p:sp>
      <p:sp>
        <p:nvSpPr>
          <p:cNvPr id="25" name="s2-o150">
            <a:extLst xmlns:a="http://schemas.openxmlformats.org/drawingml/2006/main">
              <a:ext uri="{FF2B5EF4-FFF2-40B4-BE49-F238E27FC236}">
                <a16:creationId xmlns:a16="http://schemas.microsoft.com/office/drawing/2014/main" id="{D1FA538B-0C84-41F7-9E5A-BC3CBBE2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cxnSp>
        <p:nvCxnSpPr>
          <p:cNvPr id="26" name="wire-151">
            <a:extLst xmlns:a="http://schemas.openxmlformats.org/drawingml/2006/main">
              <a:ext uri="{FF2B5EF4-FFF2-40B4-BE49-F238E27FC236}">
                <a16:creationId xmlns:a16="http://schemas.microsoft.com/office/drawing/2014/main" id="{35EE0904-CE6E-4675-A09A-C3AC583FAA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69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7" name="BANK-S01">
            <a:extLst xmlns:a="http://schemas.openxmlformats.org/drawingml/2006/main">
              <a:ext uri="{FF2B5EF4-FFF2-40B4-BE49-F238E27FC236}">
                <a16:creationId xmlns:a16="http://schemas.microsoft.com/office/drawing/2014/main" id="{FA7EFACA-4731-4885-830B-5ABDE40B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8" name="CLOCK-SQUARE-S01">
            <a:extLst xmlns:a="http://schemas.openxmlformats.org/drawingml/2006/main">
              <a:ext uri="{FF2B5EF4-FFF2-40B4-BE49-F238E27FC236}">
                <a16:creationId xmlns:a16="http://schemas.microsoft.com/office/drawing/2014/main" id="{74DE7BA9-C7D9-416B-8F4D-C8B60AB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9" name="CLOCK-EDGE-S01">
            <a:extLst xmlns:a="http://schemas.openxmlformats.org/drawingml/2006/main">
              <a:ext uri="{FF2B5EF4-FFF2-40B4-BE49-F238E27FC236}">
                <a16:creationId xmlns:a16="http://schemas.microsoft.com/office/drawing/2014/main" id="{880E7A79-2ADB-4538-B2B1-A97EF11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0" name="text-152">
            <a:extLst xmlns:a="http://schemas.openxmlformats.org/drawingml/2006/main">
              <a:ext uri="{FF2B5EF4-FFF2-40B4-BE49-F238E27FC236}">
                <a16:creationId xmlns:a16="http://schemas.microsoft.com/office/drawing/2014/main" id="{4DC5C610-BB78-407B-BD66-27B5772C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S01</a:t>
            </a:r>
          </a:p>
        </p:txBody>
      </p:sp>
      <p:sp>
        <p:nvSpPr>
          <p:cNvPr id="31" name="s2-o153">
            <a:extLst xmlns:a="http://schemas.openxmlformats.org/drawingml/2006/main">
              <a:ext uri="{FF2B5EF4-FFF2-40B4-BE49-F238E27FC236}">
                <a16:creationId xmlns:a16="http://schemas.microsoft.com/office/drawing/2014/main" id="{BBFE57F9-E2BC-4DF8-8F41-3DA122D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cxnSp>
        <p:nvCxnSpPr>
          <p:cNvPr id="32" name="wire-154">
            <a:extLst xmlns:a="http://schemas.openxmlformats.org/drawingml/2006/main">
              <a:ext uri="{FF2B5EF4-FFF2-40B4-BE49-F238E27FC236}">
                <a16:creationId xmlns:a16="http://schemas.microsoft.com/office/drawing/2014/main" id="{B46A8D9C-0393-4348-81FD-09A691FDC0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574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33" name="wire-155">
            <a:extLst xmlns:a="http://schemas.openxmlformats.org/drawingml/2006/main">
              <a:ext uri="{FF2B5EF4-FFF2-40B4-BE49-F238E27FC236}">
                <a16:creationId xmlns:a16="http://schemas.microsoft.com/office/drawing/2014/main" id="{415DF4E0-6C36-412D-B2B2-93A5558AFB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051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4" name="BANK-S02">
            <a:extLst xmlns:a="http://schemas.openxmlformats.org/drawingml/2006/main">
              <a:ext uri="{FF2B5EF4-FFF2-40B4-BE49-F238E27FC236}">
                <a16:creationId xmlns:a16="http://schemas.microsoft.com/office/drawing/2014/main" id="{21B9852F-EA4D-4F0B-83E3-31DA9829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5" name="CLOCK-SQUARE-S02">
            <a:extLst xmlns:a="http://schemas.openxmlformats.org/drawingml/2006/main">
              <a:ext uri="{FF2B5EF4-FFF2-40B4-BE49-F238E27FC236}">
                <a16:creationId xmlns:a16="http://schemas.microsoft.com/office/drawing/2014/main" id="{67657BF3-95C3-4052-BE27-B262C7E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6" name="CLOCK-EDGE-S02">
            <a:extLst xmlns:a="http://schemas.openxmlformats.org/drawingml/2006/main">
              <a:ext uri="{FF2B5EF4-FFF2-40B4-BE49-F238E27FC236}">
                <a16:creationId xmlns:a16="http://schemas.microsoft.com/office/drawing/2014/main" id="{3E7F34D5-6061-4F0A-B1FD-F0B3F22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7" name="text-156">
            <a:extLst xmlns:a="http://schemas.openxmlformats.org/drawingml/2006/main">
              <a:ext uri="{FF2B5EF4-FFF2-40B4-BE49-F238E27FC236}">
                <a16:creationId xmlns:a16="http://schemas.microsoft.com/office/drawing/2014/main" id="{DB610AF7-FE14-43DB-9947-75ECB153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S02</a:t>
            </a:r>
          </a:p>
        </p:txBody>
      </p:sp>
      <p:sp>
        <p:nvSpPr>
          <p:cNvPr id="38" name="s2-o157">
            <a:extLst xmlns:a="http://schemas.openxmlformats.org/drawingml/2006/main">
              <a:ext uri="{FF2B5EF4-FFF2-40B4-BE49-F238E27FC236}">
                <a16:creationId xmlns:a16="http://schemas.microsoft.com/office/drawing/2014/main" id="{FB162401-2283-48A6-9929-982338A1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OPS</a:t>
            </a:r>
          </a:p>
        </p:txBody>
      </p:sp>
      <p:cxnSp>
        <p:nvCxnSpPr>
          <p:cNvPr id="39" name="wire-158">
            <a:extLst xmlns:a="http://schemas.openxmlformats.org/drawingml/2006/main">
              <a:ext uri="{FF2B5EF4-FFF2-40B4-BE49-F238E27FC236}">
                <a16:creationId xmlns:a16="http://schemas.microsoft.com/office/drawing/2014/main" id="{8BB2844E-2F78-4208-B12F-34088DF10F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0" name="wire-159">
            <a:extLst xmlns:a="http://schemas.openxmlformats.org/drawingml/2006/main">
              <a:ext uri="{FF2B5EF4-FFF2-40B4-BE49-F238E27FC236}">
                <a16:creationId xmlns:a16="http://schemas.microsoft.com/office/drawing/2014/main" id="{5DC39BA1-F17C-40AB-A969-427AF0559A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434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1" name="BANK-S03">
            <a:extLst xmlns:a="http://schemas.openxmlformats.org/drawingml/2006/main">
              <a:ext uri="{FF2B5EF4-FFF2-40B4-BE49-F238E27FC236}">
                <a16:creationId xmlns:a16="http://schemas.microsoft.com/office/drawing/2014/main" id="{2451173A-48A7-4F0E-85C8-CB2AF10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2" name="CLOCK-SQUARE-S03">
            <a:extLst xmlns:a="http://schemas.openxmlformats.org/drawingml/2006/main">
              <a:ext uri="{FF2B5EF4-FFF2-40B4-BE49-F238E27FC236}">
                <a16:creationId xmlns:a16="http://schemas.microsoft.com/office/drawing/2014/main" id="{19034D53-5AC8-4929-A8D6-9BCF292C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3" name="CLOCK-EDGE-S03">
            <a:extLst xmlns:a="http://schemas.openxmlformats.org/drawingml/2006/main">
              <a:ext uri="{FF2B5EF4-FFF2-40B4-BE49-F238E27FC236}">
                <a16:creationId xmlns:a16="http://schemas.microsoft.com/office/drawing/2014/main" id="{503FC49A-114F-4169-8499-00430F9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4" name="text-160">
            <a:extLst xmlns:a="http://schemas.openxmlformats.org/drawingml/2006/main">
              <a:ext uri="{FF2B5EF4-FFF2-40B4-BE49-F238E27FC236}">
                <a16:creationId xmlns:a16="http://schemas.microsoft.com/office/drawing/2014/main" id="{5260D858-5801-49A2-8F39-A371F44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S03</a:t>
            </a:r>
          </a:p>
        </p:txBody>
      </p:sp>
      <p:sp>
        <p:nvSpPr>
          <p:cNvPr id="45" name="s2-o161">
            <a:extLst xmlns:a="http://schemas.openxmlformats.org/drawingml/2006/main">
              <a:ext uri="{FF2B5EF4-FFF2-40B4-BE49-F238E27FC236}">
                <a16:creationId xmlns:a16="http://schemas.microsoft.com/office/drawing/2014/main" id="{ADCBA905-4416-4CC7-A584-AB3556BC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SAC</a:t>
            </a:r>
          </a:p>
        </p:txBody>
      </p:sp>
      <p:cxnSp>
        <p:nvCxnSpPr>
          <p:cNvPr id="46" name="wire-162">
            <a:extLst xmlns:a="http://schemas.openxmlformats.org/drawingml/2006/main">
              <a:ext uri="{FF2B5EF4-FFF2-40B4-BE49-F238E27FC236}">
                <a16:creationId xmlns:a16="http://schemas.microsoft.com/office/drawing/2014/main" id="{FA891E55-19E2-4A89-A564-F7F7326356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7" name="wire-163">
            <a:extLst xmlns:a="http://schemas.openxmlformats.org/drawingml/2006/main">
              <a:ext uri="{FF2B5EF4-FFF2-40B4-BE49-F238E27FC236}">
                <a16:creationId xmlns:a16="http://schemas.microsoft.com/office/drawing/2014/main" id="{1D2C27B9-FA75-4A68-988B-77C9277752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816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8" name="BANK-S04">
            <a:extLst xmlns:a="http://schemas.openxmlformats.org/drawingml/2006/main">
              <a:ext uri="{FF2B5EF4-FFF2-40B4-BE49-F238E27FC236}">
                <a16:creationId xmlns:a16="http://schemas.microsoft.com/office/drawing/2014/main" id="{B3F89A22-1773-4AE4-865C-22D995E2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9" name="CLOCK-SQUARE-S04">
            <a:extLst xmlns:a="http://schemas.openxmlformats.org/drawingml/2006/main">
              <a:ext uri="{FF2B5EF4-FFF2-40B4-BE49-F238E27FC236}">
                <a16:creationId xmlns:a16="http://schemas.microsoft.com/office/drawing/2014/main" id="{DA6220D5-C847-4C74-809B-0352B0BD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0" name="CLOCK-EDGE-S04">
            <a:extLst xmlns:a="http://schemas.openxmlformats.org/drawingml/2006/main">
              <a:ext uri="{FF2B5EF4-FFF2-40B4-BE49-F238E27FC236}">
                <a16:creationId xmlns:a16="http://schemas.microsoft.com/office/drawing/2014/main" id="{2F60CAF3-62F8-4C4B-9E22-60D5541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1" name="text-164">
            <a:extLst xmlns:a="http://schemas.openxmlformats.org/drawingml/2006/main">
              <a:ext uri="{FF2B5EF4-FFF2-40B4-BE49-F238E27FC236}">
                <a16:creationId xmlns:a16="http://schemas.microsoft.com/office/drawing/2014/main" id="{A5AF5C6C-2755-4620-BF17-11C74698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S04</a:t>
            </a:r>
          </a:p>
        </p:txBody>
      </p:sp>
      <p:sp>
        <p:nvSpPr>
          <p:cNvPr id="52" name="s2-o165">
            <a:extLst xmlns:a="http://schemas.openxmlformats.org/drawingml/2006/main">
              <a:ext uri="{FF2B5EF4-FFF2-40B4-BE49-F238E27FC236}">
                <a16:creationId xmlns:a16="http://schemas.microsoft.com/office/drawing/2014/main" id="{BE340BA7-8493-4B2C-9B99-1F11BC2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shift</a:t>
            </a:r>
          </a:p>
        </p:txBody>
      </p:sp>
      <p:cxnSp>
        <p:nvCxnSpPr>
          <p:cNvPr id="53" name="wire-166">
            <a:extLst xmlns:a="http://schemas.openxmlformats.org/drawingml/2006/main">
              <a:ext uri="{FF2B5EF4-FFF2-40B4-BE49-F238E27FC236}">
                <a16:creationId xmlns:a16="http://schemas.microsoft.com/office/drawing/2014/main" id="{4198CD9A-F685-4D42-A13E-F567F2A3B0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721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4" name="wire-167">
            <a:extLst xmlns:a="http://schemas.openxmlformats.org/drawingml/2006/main">
              <a:ext uri="{FF2B5EF4-FFF2-40B4-BE49-F238E27FC236}">
                <a16:creationId xmlns:a16="http://schemas.microsoft.com/office/drawing/2014/main" id="{936BE304-50F7-4BA5-913C-27054143EB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5" name="BANK-S05">
            <a:extLst xmlns:a="http://schemas.openxmlformats.org/drawingml/2006/main">
              <a:ext uri="{FF2B5EF4-FFF2-40B4-BE49-F238E27FC236}">
                <a16:creationId xmlns:a16="http://schemas.microsoft.com/office/drawing/2014/main" id="{AD8A8376-331A-4BFF-83E5-E66517F8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6" name="CLOCK-SQUARE-S05">
            <a:extLst xmlns:a="http://schemas.openxmlformats.org/drawingml/2006/main">
              <a:ext uri="{FF2B5EF4-FFF2-40B4-BE49-F238E27FC236}">
                <a16:creationId xmlns:a16="http://schemas.microsoft.com/office/drawing/2014/main" id="{3E7CD38D-7DF6-4734-A275-EB0E000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7" name="CLOCK-EDGE-S05">
            <a:extLst xmlns:a="http://schemas.openxmlformats.org/drawingml/2006/main">
              <a:ext uri="{FF2B5EF4-FFF2-40B4-BE49-F238E27FC236}">
                <a16:creationId xmlns:a16="http://schemas.microsoft.com/office/drawing/2014/main" id="{2A361D8A-983F-4C9D-8A83-7AD661C9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8" name="text-168">
            <a:extLst xmlns:a="http://schemas.openxmlformats.org/drawingml/2006/main">
              <a:ext uri="{FF2B5EF4-FFF2-40B4-BE49-F238E27FC236}">
                <a16:creationId xmlns:a16="http://schemas.microsoft.com/office/drawing/2014/main" id="{325E8F79-D0CF-4ED8-B92C-C3F33BD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S05</a:t>
            </a:r>
          </a:p>
        </p:txBody>
      </p:sp>
      <p:sp>
        <p:nvSpPr>
          <p:cNvPr id="59" name="s2-o169">
            <a:extLst xmlns:a="http://schemas.openxmlformats.org/drawingml/2006/main">
              <a:ext uri="{FF2B5EF4-FFF2-40B4-BE49-F238E27FC236}">
                <a16:creationId xmlns:a16="http://schemas.microsoft.com/office/drawing/2014/main" id="{93EB29A8-818E-4E4E-B30F-F196952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</a:t>
            </a:r>
          </a:p>
        </p:txBody>
      </p:sp>
      <p:cxnSp>
        <p:nvCxnSpPr>
          <p:cNvPr id="60" name="wire-170">
            <a:extLst xmlns:a="http://schemas.openxmlformats.org/drawingml/2006/main">
              <a:ext uri="{FF2B5EF4-FFF2-40B4-BE49-F238E27FC236}">
                <a16:creationId xmlns:a16="http://schemas.microsoft.com/office/drawing/2014/main" id="{877D82B5-9435-43DF-9358-02115B00DE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104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1" name="wire-171">
            <a:extLst xmlns:a="http://schemas.openxmlformats.org/drawingml/2006/main">
              <a:ext uri="{FF2B5EF4-FFF2-40B4-BE49-F238E27FC236}">
                <a16:creationId xmlns:a16="http://schemas.microsoft.com/office/drawing/2014/main" id="{977A47C9-0B08-4B67-9447-2F02B91CE6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581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2" name="BANK-S06">
            <a:extLst xmlns:a="http://schemas.openxmlformats.org/drawingml/2006/main">
              <a:ext uri="{FF2B5EF4-FFF2-40B4-BE49-F238E27FC236}">
                <a16:creationId xmlns:a16="http://schemas.microsoft.com/office/drawing/2014/main" id="{D80636C2-48F6-474D-BBE3-4DF8E9E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3" name="CLOCK-SQUARE-S06">
            <a:extLst xmlns:a="http://schemas.openxmlformats.org/drawingml/2006/main">
              <a:ext uri="{FF2B5EF4-FFF2-40B4-BE49-F238E27FC236}">
                <a16:creationId xmlns:a16="http://schemas.microsoft.com/office/drawing/2014/main" id="{EC21A185-C949-45D8-A8DD-4C9C2D4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64" name="CLOCK-EDGE-S06">
            <a:extLst xmlns:a="http://schemas.openxmlformats.org/drawingml/2006/main">
              <a:ext uri="{FF2B5EF4-FFF2-40B4-BE49-F238E27FC236}">
                <a16:creationId xmlns:a16="http://schemas.microsoft.com/office/drawing/2014/main" id="{59E31C31-2210-4C6D-AEBC-B5E13D2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5" name="text-172">
            <a:extLst xmlns:a="http://schemas.openxmlformats.org/drawingml/2006/main">
              <a:ext uri="{FF2B5EF4-FFF2-40B4-BE49-F238E27FC236}">
                <a16:creationId xmlns:a16="http://schemas.microsoft.com/office/drawing/2014/main" id="{62F089D8-DD02-487C-8FC5-FA0845B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S06</a:t>
            </a:r>
          </a:p>
        </p:txBody>
      </p:sp>
      <p:sp>
        <p:nvSpPr>
          <p:cNvPr id="66" name="s2-o173">
            <a:extLst xmlns:a="http://schemas.openxmlformats.org/drawingml/2006/main">
              <a:ext uri="{FF2B5EF4-FFF2-40B4-BE49-F238E27FC236}">
                <a16:creationId xmlns:a16="http://schemas.microsoft.com/office/drawing/2014/main" id="{42FD1CA2-C362-4A23-95D7-1F7AFE8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Prepare</a:t>
            </a:r>
          </a:p>
        </p:txBody>
      </p:sp>
      <p:cxnSp>
        <p:nvCxnSpPr>
          <p:cNvPr id="67" name="wire-174">
            <a:extLst xmlns:a="http://schemas.openxmlformats.org/drawingml/2006/main">
              <a:ext uri="{FF2B5EF4-FFF2-40B4-BE49-F238E27FC236}">
                <a16:creationId xmlns:a16="http://schemas.microsoft.com/office/drawing/2014/main" id="{B073F5A1-23B1-47B0-A394-FA1CD5CEDE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8" name="wire-175">
            <a:extLst xmlns:a="http://schemas.openxmlformats.org/drawingml/2006/main">
              <a:ext uri="{FF2B5EF4-FFF2-40B4-BE49-F238E27FC236}">
                <a16:creationId xmlns:a16="http://schemas.microsoft.com/office/drawing/2014/main" id="{7A5CEEF6-632A-41ED-92AF-DC3EC9FBF2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964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9" name="BANK-S07">
            <a:extLst xmlns:a="http://schemas.openxmlformats.org/drawingml/2006/main">
              <a:ext uri="{FF2B5EF4-FFF2-40B4-BE49-F238E27FC236}">
                <a16:creationId xmlns:a16="http://schemas.microsoft.com/office/drawing/2014/main" id="{5FB3798B-2B11-42BF-ADC7-C2DE200D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0" name="CLOCK-SQUARE-S07">
            <a:extLst xmlns:a="http://schemas.openxmlformats.org/drawingml/2006/main">
              <a:ext uri="{FF2B5EF4-FFF2-40B4-BE49-F238E27FC236}">
                <a16:creationId xmlns:a16="http://schemas.microsoft.com/office/drawing/2014/main" id="{7D8CE9B5-ECE5-4A20-8512-19ABB64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1" name="CLOCK-EDGE-S07">
            <a:extLst xmlns:a="http://schemas.openxmlformats.org/drawingml/2006/main">
              <a:ext uri="{FF2B5EF4-FFF2-40B4-BE49-F238E27FC236}">
                <a16:creationId xmlns:a16="http://schemas.microsoft.com/office/drawing/2014/main" id="{C1C91444-706B-4D24-A8F7-2B1169B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2" name="text-176">
            <a:extLst xmlns:a="http://schemas.openxmlformats.org/drawingml/2006/main">
              <a:ext uri="{FF2B5EF4-FFF2-40B4-BE49-F238E27FC236}">
                <a16:creationId xmlns:a16="http://schemas.microsoft.com/office/drawing/2014/main" id="{A19C8B7C-C853-4F2D-905B-D257F15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</a:t>
            </a:r>
          </a:p>
        </p:txBody>
      </p:sp>
      <p:sp>
        <p:nvSpPr>
          <p:cNvPr id="73" name="s2-o177">
            <a:extLst xmlns:a="http://schemas.openxmlformats.org/drawingml/2006/main">
              <a:ext uri="{FF2B5EF4-FFF2-40B4-BE49-F238E27FC236}">
                <a16:creationId xmlns:a16="http://schemas.microsoft.com/office/drawing/2014/main" id="{DEA9BB91-40F3-403A-87F1-A9F9762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Align</a:t>
            </a:r>
          </a:p>
        </p:txBody>
      </p:sp>
      <p:cxnSp>
        <p:nvCxnSpPr>
          <p:cNvPr id="74" name="wire-178">
            <a:extLst xmlns:a="http://schemas.openxmlformats.org/drawingml/2006/main">
              <a:ext uri="{FF2B5EF4-FFF2-40B4-BE49-F238E27FC236}">
                <a16:creationId xmlns:a16="http://schemas.microsoft.com/office/drawing/2014/main" id="{44F3E090-999E-42B2-8558-830C76BDFC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869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5" name="wire-179">
            <a:extLst xmlns:a="http://schemas.openxmlformats.org/drawingml/2006/main">
              <a:ext uri="{FF2B5EF4-FFF2-40B4-BE49-F238E27FC236}">
                <a16:creationId xmlns:a16="http://schemas.microsoft.com/office/drawing/2014/main" id="{BD5779D6-13FB-4915-978E-9EB3401109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346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6" name="BANK-S08">
            <a:extLst xmlns:a="http://schemas.openxmlformats.org/drawingml/2006/main">
              <a:ext uri="{FF2B5EF4-FFF2-40B4-BE49-F238E27FC236}">
                <a16:creationId xmlns:a16="http://schemas.microsoft.com/office/drawing/2014/main" id="{7D896218-EA22-40C2-9453-F51CB29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7" name="CLOCK-SQUARE-S08">
            <a:extLst xmlns:a="http://schemas.openxmlformats.org/drawingml/2006/main">
              <a:ext uri="{FF2B5EF4-FFF2-40B4-BE49-F238E27FC236}">
                <a16:creationId xmlns:a16="http://schemas.microsoft.com/office/drawing/2014/main" id="{B242C391-7F58-4CF3-9577-C24A3B3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8" name="CLOCK-EDGE-S08">
            <a:extLst xmlns:a="http://schemas.openxmlformats.org/drawingml/2006/main">
              <a:ext uri="{FF2B5EF4-FFF2-40B4-BE49-F238E27FC236}">
                <a16:creationId xmlns:a16="http://schemas.microsoft.com/office/drawing/2014/main" id="{6A6F94FE-5426-4C4C-BCC7-B180ADBB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9" name="text-180">
            <a:extLst xmlns:a="http://schemas.openxmlformats.org/drawingml/2006/main">
              <a:ext uri="{FF2B5EF4-FFF2-40B4-BE49-F238E27FC236}">
                <a16:creationId xmlns:a16="http://schemas.microsoft.com/office/drawing/2014/main" id="{0983D972-EC3C-4BC4-B3CC-AD43E3D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S08</a:t>
            </a:r>
          </a:p>
        </p:txBody>
      </p:sp>
      <p:sp>
        <p:nvSpPr>
          <p:cNvPr id="80" name="s2-o181">
            <a:extLst xmlns:a="http://schemas.openxmlformats.org/drawingml/2006/main">
              <a:ext uri="{FF2B5EF4-FFF2-40B4-BE49-F238E27FC236}">
                <a16:creationId xmlns:a16="http://schemas.microsoft.com/office/drawing/2014/main" id="{720BBAB2-ECF4-4444-9003-D449407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F3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 / −</a:t>
            </a:r>
          </a:p>
        </p:txBody>
      </p:sp>
      <p:cxnSp>
        <p:nvCxnSpPr>
          <p:cNvPr id="81" name="wire-182">
            <a:extLst xmlns:a="http://schemas.openxmlformats.org/drawingml/2006/main">
              <a:ext uri="{FF2B5EF4-FFF2-40B4-BE49-F238E27FC236}">
                <a16:creationId xmlns:a16="http://schemas.microsoft.com/office/drawing/2014/main" id="{C3AEA747-35F7-4709-B979-CBAB49E183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251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2" name="wire-183">
            <a:extLst xmlns:a="http://schemas.openxmlformats.org/drawingml/2006/main">
              <a:ext uri="{FF2B5EF4-FFF2-40B4-BE49-F238E27FC236}">
                <a16:creationId xmlns:a16="http://schemas.microsoft.com/office/drawing/2014/main" id="{D30D8288-A141-4212-BA80-F51A8EA36C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729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3" name="BANK-S09">
            <a:extLst xmlns:a="http://schemas.openxmlformats.org/drawingml/2006/main">
              <a:ext uri="{FF2B5EF4-FFF2-40B4-BE49-F238E27FC236}">
                <a16:creationId xmlns:a16="http://schemas.microsoft.com/office/drawing/2014/main" id="{F820DCF6-649A-4FFC-80FC-113B70A4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4" name="CLOCK-SQUARE-S09">
            <a:extLst xmlns:a="http://schemas.openxmlformats.org/drawingml/2006/main">
              <a:ext uri="{FF2B5EF4-FFF2-40B4-BE49-F238E27FC236}">
                <a16:creationId xmlns:a16="http://schemas.microsoft.com/office/drawing/2014/main" id="{DC8BC50E-EEB4-4516-B279-1D04952F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85" name="CLOCK-EDGE-S09">
            <a:extLst xmlns:a="http://schemas.openxmlformats.org/drawingml/2006/main">
              <a:ext uri="{FF2B5EF4-FFF2-40B4-BE49-F238E27FC236}">
                <a16:creationId xmlns:a16="http://schemas.microsoft.com/office/drawing/2014/main" id="{B4A2E4B8-B015-4D7A-A244-56FE289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6" name="text-184">
            <a:extLst xmlns:a="http://schemas.openxmlformats.org/drawingml/2006/main">
              <a:ext uri="{FF2B5EF4-FFF2-40B4-BE49-F238E27FC236}">
                <a16:creationId xmlns:a16="http://schemas.microsoft.com/office/drawing/2014/main" id="{08F77723-2AA4-4C72-9C69-37C0E7E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S09</a:t>
            </a:r>
          </a:p>
        </p:txBody>
      </p:sp>
      <p:sp>
        <p:nvSpPr>
          <p:cNvPr id="87" name="s2-o185">
            <a:extLst xmlns:a="http://schemas.openxmlformats.org/drawingml/2006/main">
              <a:ext uri="{FF2B5EF4-FFF2-40B4-BE49-F238E27FC236}">
                <a16:creationId xmlns:a16="http://schemas.microsoft.com/office/drawing/2014/main" id="{95F31611-A5CF-4910-8F2D-73AB4F20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F4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ABS</a:t>
            </a:r>
          </a:p>
        </p:txBody>
      </p:sp>
      <p:cxnSp>
        <p:nvCxnSpPr>
          <p:cNvPr id="88" name="wire-186">
            <a:extLst xmlns:a="http://schemas.openxmlformats.org/drawingml/2006/main">
              <a:ext uri="{FF2B5EF4-FFF2-40B4-BE49-F238E27FC236}">
                <a16:creationId xmlns:a16="http://schemas.microsoft.com/office/drawing/2014/main" id="{57579246-A599-4CBB-B59A-C4E8733F61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634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9" name="wire-187">
            <a:extLst xmlns:a="http://schemas.openxmlformats.org/drawingml/2006/main">
              <a:ext uri="{FF2B5EF4-FFF2-40B4-BE49-F238E27FC236}">
                <a16:creationId xmlns:a16="http://schemas.microsoft.com/office/drawing/2014/main" id="{0A7E3C22-F5D1-4564-91B6-8614BD282D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111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0" name="BANK-S10">
            <a:extLst xmlns:a="http://schemas.openxmlformats.org/drawingml/2006/main">
              <a:ext uri="{FF2B5EF4-FFF2-40B4-BE49-F238E27FC236}">
                <a16:creationId xmlns:a16="http://schemas.microsoft.com/office/drawing/2014/main" id="{58DD027F-E635-4F28-B725-EB22C67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1" name="CLOCK-SQUARE-S10">
            <a:extLst xmlns:a="http://schemas.openxmlformats.org/drawingml/2006/main">
              <a:ext uri="{FF2B5EF4-FFF2-40B4-BE49-F238E27FC236}">
                <a16:creationId xmlns:a16="http://schemas.microsoft.com/office/drawing/2014/main" id="{9D823B56-891A-4F7A-8B66-7137DD01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2" name="CLOCK-EDGE-S10">
            <a:extLst xmlns:a="http://schemas.openxmlformats.org/drawingml/2006/main">
              <a:ext uri="{FF2B5EF4-FFF2-40B4-BE49-F238E27FC236}">
                <a16:creationId xmlns:a16="http://schemas.microsoft.com/office/drawing/2014/main" id="{F9D4C687-5634-4897-832C-2042F34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3" name="text-188">
            <a:extLst xmlns:a="http://schemas.openxmlformats.org/drawingml/2006/main">
              <a:ext uri="{FF2B5EF4-FFF2-40B4-BE49-F238E27FC236}">
                <a16:creationId xmlns:a16="http://schemas.microsoft.com/office/drawing/2014/main" id="{E295A716-76D8-4074-9425-0B4D6FF7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S10</a:t>
            </a:r>
          </a:p>
        </p:txBody>
      </p:sp>
      <p:sp>
        <p:nvSpPr>
          <p:cNvPr id="94" name="s2-o189">
            <a:extLst xmlns:a="http://schemas.openxmlformats.org/drawingml/2006/main">
              <a:ext uri="{FF2B5EF4-FFF2-40B4-BE49-F238E27FC236}">
                <a16:creationId xmlns:a16="http://schemas.microsoft.com/office/drawing/2014/main" id="{1AB99538-C73C-4C9D-BA54-9F545BB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F5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Norm</a:t>
            </a:r>
          </a:p>
        </p:txBody>
      </p:sp>
      <p:cxnSp>
        <p:nvCxnSpPr>
          <p:cNvPr id="95" name="wire-190">
            <a:extLst xmlns:a="http://schemas.openxmlformats.org/drawingml/2006/main">
              <a:ext uri="{FF2B5EF4-FFF2-40B4-BE49-F238E27FC236}">
                <a16:creationId xmlns:a16="http://schemas.microsoft.com/office/drawing/2014/main" id="{9A1DC71C-127A-432D-9584-888CDDB322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016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6" name="wire-191">
            <a:extLst xmlns:a="http://schemas.openxmlformats.org/drawingml/2006/main">
              <a:ext uri="{FF2B5EF4-FFF2-40B4-BE49-F238E27FC236}">
                <a16:creationId xmlns:a16="http://schemas.microsoft.com/office/drawing/2014/main" id="{950AB3F5-B352-4385-AD37-6A7336F033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2494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7" name="BANK-S11">
            <a:extLst xmlns:a="http://schemas.openxmlformats.org/drawingml/2006/main">
              <a:ext uri="{FF2B5EF4-FFF2-40B4-BE49-F238E27FC236}">
                <a16:creationId xmlns:a16="http://schemas.microsoft.com/office/drawing/2014/main" id="{19F75C52-E4F8-48AF-9B3E-B1B4D170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8" name="CLOCK-SQUARE-S11">
            <a:extLst xmlns:a="http://schemas.openxmlformats.org/drawingml/2006/main">
              <a:ext uri="{FF2B5EF4-FFF2-40B4-BE49-F238E27FC236}">
                <a16:creationId xmlns:a16="http://schemas.microsoft.com/office/drawing/2014/main" id="{32FA6544-1E54-4E39-8DC6-9D5B70C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9" name="CLOCK-EDGE-S11">
            <a:extLst xmlns:a="http://schemas.openxmlformats.org/drawingml/2006/main">
              <a:ext uri="{FF2B5EF4-FFF2-40B4-BE49-F238E27FC236}">
                <a16:creationId xmlns:a16="http://schemas.microsoft.com/office/drawing/2014/main" id="{AE5C6552-6321-48BE-8F17-D4A51C9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0" name="text-192">
            <a:extLst xmlns:a="http://schemas.openxmlformats.org/drawingml/2006/main">
              <a:ext uri="{FF2B5EF4-FFF2-40B4-BE49-F238E27FC236}">
                <a16:creationId xmlns:a16="http://schemas.microsoft.com/office/drawing/2014/main" id="{B84C5ECD-5E4C-4A65-B709-597B5B9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S11</a:t>
            </a:r>
          </a:p>
        </p:txBody>
      </p:sp>
      <p:sp>
        <p:nvSpPr>
          <p:cNvPr id="101" name="s2-o193">
            <a:extLst xmlns:a="http://schemas.openxmlformats.org/drawingml/2006/main">
              <a:ext uri="{FF2B5EF4-FFF2-40B4-BE49-F238E27FC236}">
                <a16:creationId xmlns:a16="http://schemas.microsoft.com/office/drawing/2014/main" id="{7DBF17D5-4557-4268-A319-847A707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GRS</a:t>
            </a:r>
          </a:p>
        </p:txBody>
      </p:sp>
      <p:cxnSp>
        <p:nvCxnSpPr>
          <p:cNvPr id="102" name="wire-194">
            <a:extLst xmlns:a="http://schemas.openxmlformats.org/drawingml/2006/main">
              <a:ext uri="{FF2B5EF4-FFF2-40B4-BE49-F238E27FC236}">
                <a16:creationId xmlns:a16="http://schemas.microsoft.com/office/drawing/2014/main" id="{00E5A712-2E40-4B1C-92FB-8FA4D9AAF4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43990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03" name="wire-195">
            <a:extLst xmlns:a="http://schemas.openxmlformats.org/drawingml/2006/main">
              <a:ext uri="{FF2B5EF4-FFF2-40B4-BE49-F238E27FC236}">
                <a16:creationId xmlns:a16="http://schemas.microsoft.com/office/drawing/2014/main" id="{0C720479-8CCF-4BF3-8DBA-AA5111B9DC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48765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4" name="BANK-S12">
            <a:extLst xmlns:a="http://schemas.openxmlformats.org/drawingml/2006/main">
              <a:ext uri="{FF2B5EF4-FFF2-40B4-BE49-F238E27FC236}">
                <a16:creationId xmlns:a16="http://schemas.microsoft.com/office/drawing/2014/main" id="{9EA7AE7A-1F33-46F6-B451-590F79DE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5" name="CLOCK-SQUARE-S12">
            <a:extLst xmlns:a="http://schemas.openxmlformats.org/drawingml/2006/main">
              <a:ext uri="{FF2B5EF4-FFF2-40B4-BE49-F238E27FC236}">
                <a16:creationId xmlns:a16="http://schemas.microsoft.com/office/drawing/2014/main" id="{C4DFAA37-CBB0-4A82-B975-97C5617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06" name="CLOCK-EDGE-S12">
            <a:extLst xmlns:a="http://schemas.openxmlformats.org/drawingml/2006/main">
              <a:ext uri="{FF2B5EF4-FFF2-40B4-BE49-F238E27FC236}">
                <a16:creationId xmlns:a16="http://schemas.microsoft.com/office/drawing/2014/main" id="{CB0A4B17-9582-44E0-9C00-D177666F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7" name="text-196">
            <a:extLst xmlns:a="http://schemas.openxmlformats.org/drawingml/2006/main">
              <a:ext uri="{FF2B5EF4-FFF2-40B4-BE49-F238E27FC236}">
                <a16:creationId xmlns:a16="http://schemas.microsoft.com/office/drawing/2014/main" id="{755825EB-F73A-45CA-AFFE-14FAC069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S12</a:t>
            </a:r>
          </a:p>
        </p:txBody>
      </p:sp>
      <p:sp>
        <p:nvSpPr>
          <p:cNvPr id="108" name="s2-o197">
            <a:extLst xmlns:a="http://schemas.openxmlformats.org/drawingml/2006/main">
              <a:ext uri="{FF2B5EF4-FFF2-40B4-BE49-F238E27FC236}">
                <a16:creationId xmlns:a16="http://schemas.microsoft.com/office/drawing/2014/main" id="{FE25525E-5472-40FD-B16C-CACDA0B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4114800"/>
            <a:ext cx="91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</a:t>
            </a:r>
          </a:p>
        </p:txBody>
      </p:sp>
      <p:cxnSp>
        <p:nvCxnSpPr>
          <p:cNvPr id="109" name="wire-198">
            <a:extLst xmlns:a="http://schemas.openxmlformats.org/drawingml/2006/main">
              <a:ext uri="{FF2B5EF4-FFF2-40B4-BE49-F238E27FC236}">
                <a16:creationId xmlns:a16="http://schemas.microsoft.com/office/drawing/2014/main" id="{21C91F8E-07BB-44CF-A9EF-ADD0C7E77E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678150" y="45720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10" name="wire-199">
            <a:extLst xmlns:a="http://schemas.openxmlformats.org/drawingml/2006/main">
              <a:ext uri="{FF2B5EF4-FFF2-40B4-BE49-F238E27FC236}">
                <a16:creationId xmlns:a16="http://schemas.microsoft.com/office/drawing/2014/main" id="{F07B22EF-D136-4C17-9C60-3CCDABFCCC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725900" y="4572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1" name="BANK-S13">
            <a:extLst xmlns:a="http://schemas.openxmlformats.org/drawingml/2006/main">
              <a:ext uri="{FF2B5EF4-FFF2-40B4-BE49-F238E27FC236}">
                <a16:creationId xmlns:a16="http://schemas.microsoft.com/office/drawing/2014/main" id="{78E45D4E-6AE9-450C-A830-9314EA0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150" y="38290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2" name="CLOCK-SQUARE-S13">
            <a:extLst xmlns:a="http://schemas.openxmlformats.org/drawingml/2006/main">
              <a:ext uri="{FF2B5EF4-FFF2-40B4-BE49-F238E27FC236}">
                <a16:creationId xmlns:a16="http://schemas.microsoft.com/office/drawing/2014/main" id="{E01044DD-7FBC-4A28-96E9-4CB73B6A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13" name="CLOCK-EDGE-S13">
            <a:extLst xmlns:a="http://schemas.openxmlformats.org/drawingml/2006/main">
              <a:ext uri="{FF2B5EF4-FFF2-40B4-BE49-F238E27FC236}">
                <a16:creationId xmlns:a16="http://schemas.microsoft.com/office/drawing/2014/main" id="{9EF7A0AE-35CD-430A-9217-E81616D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5543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4" name="text-200">
            <a:extLst xmlns:a="http://schemas.openxmlformats.org/drawingml/2006/main">
              <a:ext uri="{FF2B5EF4-FFF2-40B4-BE49-F238E27FC236}">
                <a16:creationId xmlns:a16="http://schemas.microsoft.com/office/drawing/2014/main" id="{BACF30C0-3E18-4045-9C75-E1C9F0DA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25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S13</a:t>
            </a:r>
          </a:p>
        </p:txBody>
      </p:sp>
      <p:sp>
        <p:nvSpPr>
          <p:cNvPr id="115" name="text-201">
            <a:extLst xmlns:a="http://schemas.openxmlformats.org/drawingml/2006/main">
              <a:ext uri="{FF2B5EF4-FFF2-40B4-BE49-F238E27FC236}">
                <a16:creationId xmlns:a16="http://schemas.microsoft.com/office/drawing/2014/main" id="{51FA4D05-640C-45C4-872C-E6DF583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05275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A, B</a:t>
            </a:r>
          </a:p>
        </p:txBody>
      </p:sp>
      <p:cxnSp>
        <p:nvCxnSpPr>
          <p:cNvPr id="116" name="wire-202">
            <a:extLst xmlns:a="http://schemas.openxmlformats.org/drawingml/2006/main">
              <a:ext uri="{FF2B5EF4-FFF2-40B4-BE49-F238E27FC236}">
                <a16:creationId xmlns:a16="http://schemas.microsoft.com/office/drawing/2014/main" id="{79B192EF-A087-4D8F-A7BF-660B1B73A8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750" y="4572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7" name="text-203">
            <a:extLst xmlns:a="http://schemas.openxmlformats.org/drawingml/2006/main">
              <a:ext uri="{FF2B5EF4-FFF2-40B4-BE49-F238E27FC236}">
                <a16:creationId xmlns:a16="http://schemas.microsoft.com/office/drawing/2014/main" id="{6B1D956F-92F8-4BBC-8707-ACCED0D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7685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/ B / C</a:t>
            </a:r>
          </a:p>
        </p:txBody>
      </p:sp>
      <p:sp>
        <p:nvSpPr>
          <p:cNvPr id="118" name="text-204">
            <a:extLst xmlns:a="http://schemas.openxmlformats.org/drawingml/2006/main">
              <a:ext uri="{FF2B5EF4-FFF2-40B4-BE49-F238E27FC236}">
                <a16:creationId xmlns:a16="http://schemas.microsoft.com/office/drawing/2014/main" id="{03BEE9B4-63C1-4971-932E-3033471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768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sf, frac</a:t>
            </a:r>
          </a:p>
        </p:txBody>
      </p:sp>
      <p:cxnSp>
        <p:nvCxnSpPr>
          <p:cNvPr id="119" name="wire-205">
            <a:extLst xmlns:a="http://schemas.openxmlformats.org/drawingml/2006/main">
              <a:ext uri="{FF2B5EF4-FFF2-40B4-BE49-F238E27FC236}">
                <a16:creationId xmlns:a16="http://schemas.microsoft.com/office/drawing/2014/main" id="{BD9D46B3-A078-4A97-9FA8-974962582F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916400" y="45720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0" name="text-206">
            <a:extLst xmlns:a="http://schemas.openxmlformats.org/drawingml/2006/main">
              <a:ext uri="{FF2B5EF4-FFF2-40B4-BE49-F238E27FC236}">
                <a16:creationId xmlns:a16="http://schemas.microsoft.com/office/drawing/2014/main" id="{C95902A5-E4C3-48BD-AE9E-F5B4349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1221" y="4010025"/>
            <a:ext cx="77295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D[31:0]</a:t>
            </a:r>
          </a:p>
        </p:txBody>
      </p:sp>
      <p:cxnSp>
        <p:nvCxnSpPr>
          <p:cNvPr id="121" name="wire-207">
            <a:extLst xmlns:a="http://schemas.openxmlformats.org/drawingml/2006/main">
              <a:ext uri="{FF2B5EF4-FFF2-40B4-BE49-F238E27FC236}">
                <a16:creationId xmlns:a16="http://schemas.microsoft.com/office/drawing/2014/main" id="{919CC3A6-11DC-4C71-8576-33C8335017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916400" y="50863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2" name="text-208">
            <a:extLst xmlns:a="http://schemas.openxmlformats.org/drawingml/2006/main">
              <a:ext uri="{FF2B5EF4-FFF2-40B4-BE49-F238E27FC236}">
                <a16:creationId xmlns:a16="http://schemas.microsoft.com/office/drawing/2014/main" id="{9CEB66AC-115C-490F-9D6A-F1910339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2925" y="5238750"/>
            <a:ext cx="870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flags[4:0]</a:t>
            </a:r>
          </a:p>
        </p:txBody>
      </p:sp>
      <p:cxnSp>
        <p:nvCxnSpPr>
          <p:cNvPr id="123" name="wire-209">
            <a:extLst xmlns:a="http://schemas.openxmlformats.org/drawingml/2006/main">
              <a:ext uri="{FF2B5EF4-FFF2-40B4-BE49-F238E27FC236}">
                <a16:creationId xmlns:a16="http://schemas.microsoft.com/office/drawing/2014/main" id="{CA836F97-4422-4B9F-B4E2-B8A372B380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4962525"/>
            <a:ext cx="28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24" name="wire-210">
            <a:extLst xmlns:a="http://schemas.openxmlformats.org/drawingml/2006/main">
              <a:ext uri="{FF2B5EF4-FFF2-40B4-BE49-F238E27FC236}">
                <a16:creationId xmlns:a16="http://schemas.microsoft.com/office/drawing/2014/main" id="{30D85CC0-CE62-4C49-9916-7F092C7903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24225" y="4962525"/>
            <a:ext cx="0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25" name="wire-211">
            <a:extLst xmlns:a="http://schemas.openxmlformats.org/drawingml/2006/main">
              <a:ext uri="{FF2B5EF4-FFF2-40B4-BE49-F238E27FC236}">
                <a16:creationId xmlns:a16="http://schemas.microsoft.com/office/drawing/2014/main" id="{7F8A384C-1AB9-4CD1-8A86-D8552CCA79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24225" y="6467475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26" name="s2-o212">
            <a:extLst xmlns:a="http://schemas.openxmlformats.org/drawingml/2006/main">
              <a:ext uri="{FF2B5EF4-FFF2-40B4-BE49-F238E27FC236}">
                <a16:creationId xmlns:a16="http://schemas.microsoft.com/office/drawing/2014/main" id="{D52D7BCF-710B-4AEF-8E3F-4D136DA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BANK-C_CONTEXT_AT_M0">
            <a:extLst xmlns:a="http://schemas.openxmlformats.org/drawingml/2006/main">
              <a:ext uri="{FF2B5EF4-FFF2-40B4-BE49-F238E27FC236}">
                <a16:creationId xmlns:a16="http://schemas.microsoft.com/office/drawing/2014/main" id="{B98C5F35-B3B0-4D43-A20B-7AEF2493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00775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28" name="CLOCK-SQUARE-C_CONTEXT_AT_M0">
            <a:extLst xmlns:a="http://schemas.openxmlformats.org/drawingml/2006/main">
              <a:ext uri="{FF2B5EF4-FFF2-40B4-BE49-F238E27FC236}">
                <a16:creationId xmlns:a16="http://schemas.microsoft.com/office/drawing/2014/main" id="{BDE60B4D-E5F0-4A00-A81E-B6CB89A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753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29" name="CLOCK-EDGE-C_CONTEXT_AT_M0">
            <a:extLst xmlns:a="http://schemas.openxmlformats.org/drawingml/2006/main">
              <a:ext uri="{FF2B5EF4-FFF2-40B4-BE49-F238E27FC236}">
                <a16:creationId xmlns:a16="http://schemas.microsoft.com/office/drawing/2014/main" id="{013375F2-4093-44F1-AAF5-9730BE3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7532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30" name="wire-213">
            <a:extLst xmlns:a="http://schemas.openxmlformats.org/drawingml/2006/main">
              <a:ext uri="{FF2B5EF4-FFF2-40B4-BE49-F238E27FC236}">
                <a16:creationId xmlns:a16="http://schemas.microsoft.com/office/drawing/2014/main" id="{EC4B5DEB-7512-4949-B865-1EE5BDDC6A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6467475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1" name="wire-214">
            <a:extLst xmlns:a="http://schemas.openxmlformats.org/drawingml/2006/main">
              <a:ext uri="{FF2B5EF4-FFF2-40B4-BE49-F238E27FC236}">
                <a16:creationId xmlns:a16="http://schemas.microsoft.com/office/drawing/2014/main" id="{4DB0073C-E2F0-4B9E-907C-94171AB06B5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839200" y="5181600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32" name="text-215">
            <a:extLst xmlns:a="http://schemas.openxmlformats.org/drawingml/2006/main">
              <a:ext uri="{FF2B5EF4-FFF2-40B4-BE49-F238E27FC236}">
                <a16:creationId xmlns:a16="http://schemas.microsoft.com/office/drawing/2014/main" id="{2303FB50-EB74-498F-9DD6-C46F4AA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543675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C_context: sign, sf, frac, Zero/NaR</a:t>
            </a:r>
          </a:p>
        </p:txBody>
      </p:sp>
      <p:sp>
        <p:nvSpPr>
          <p:cNvPr id="133" name="text-216">
            <a:extLst xmlns:a="http://schemas.openxmlformats.org/drawingml/2006/main">
              <a:ext uri="{FF2B5EF4-FFF2-40B4-BE49-F238E27FC236}">
                <a16:creationId xmlns:a16="http://schemas.microsoft.com/office/drawing/2014/main" id="{0AD594C2-CD9C-46AE-ADCF-9678B6B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9056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Giữ trong thời gian nhân lặp</a:t>
            </a:r>
          </a:p>
        </p:txBody>
      </p:sp>
      <p:cxnSp>
        <p:nvCxnSpPr>
          <p:cNvPr id="134" name="wire-217">
            <a:extLst xmlns:a="http://schemas.openxmlformats.org/drawingml/2006/main">
              <a:ext uri="{FF2B5EF4-FFF2-40B4-BE49-F238E27FC236}">
                <a16:creationId xmlns:a16="http://schemas.microsoft.com/office/drawing/2014/main" id="{5027688A-FE5F-4BCB-A05A-B3D192B667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81625" y="5181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5" name="wire-218">
            <a:extLst xmlns:a="http://schemas.openxmlformats.org/drawingml/2006/main">
              <a:ext uri="{FF2B5EF4-FFF2-40B4-BE49-F238E27FC236}">
                <a16:creationId xmlns:a16="http://schemas.microsoft.com/office/drawing/2014/main" id="{D4FB292E-E818-4D75-ABEA-1287200BA8C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800600" y="58102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6" name="wire-219">
            <a:extLst xmlns:a="http://schemas.openxmlformats.org/drawingml/2006/main">
              <a:ext uri="{FF2B5EF4-FFF2-40B4-BE49-F238E27FC236}">
                <a16:creationId xmlns:a16="http://schemas.microsoft.com/office/drawing/2014/main" id="{2F65CA51-180F-47FB-944A-CA244E29C47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00600" y="5181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37" name="text-220">
            <a:extLst xmlns:a="http://schemas.openxmlformats.org/drawingml/2006/main">
              <a:ext uri="{FF2B5EF4-FFF2-40B4-BE49-F238E27FC236}">
                <a16:creationId xmlns:a16="http://schemas.microsoft.com/office/drawing/2014/main" id="{D0C3CC80-E24C-46A6-A0E0-88BFDB15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 bước</a:t>
            </a:r>
          </a:p>
        </p:txBody>
      </p:sp>
      <p:cxnSp>
        <p:nvCxnSpPr>
          <p:cNvPr id="138" name="wire-221">
            <a:extLst xmlns:a="http://schemas.openxmlformats.org/drawingml/2006/main">
              <a:ext uri="{FF2B5EF4-FFF2-40B4-BE49-F238E27FC236}">
                <a16:creationId xmlns:a16="http://schemas.microsoft.com/office/drawing/2014/main" id="{535C063F-29A1-4026-83F1-5231CC6DC2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92625" y="4572000"/>
            <a:ext cx="0" cy="3695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39" name="wire-222">
            <a:extLst xmlns:a="http://schemas.openxmlformats.org/drawingml/2006/main">
              <a:ext uri="{FF2B5EF4-FFF2-40B4-BE49-F238E27FC236}">
                <a16:creationId xmlns:a16="http://schemas.microsoft.com/office/drawing/2014/main" id="{4E985B1F-1E18-40DA-8F30-09973EBE57F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068675" y="82677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40" name="s2-o223">
            <a:extLst xmlns:a="http://schemas.openxmlformats.org/drawingml/2006/main">
              <a:ext uri="{FF2B5EF4-FFF2-40B4-BE49-F238E27FC236}">
                <a16:creationId xmlns:a16="http://schemas.microsoft.com/office/drawing/2014/main" id="{DEA03795-F108-41D5-9AD7-403ACB6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4543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BANK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CA36B2DC-2E7E-4EBE-87E3-5087861E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905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42" name="CLOCK-SQUARE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93B551E5-28A4-4E05-BFB4-9635E458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325" y="8629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43" name="CLOCK-EDGE-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C0D457BE-F933-4E0E-B467-BFA23E8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325" y="86296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44" name="wire-224">
            <a:extLst xmlns:a="http://schemas.openxmlformats.org/drawingml/2006/main">
              <a:ext uri="{FF2B5EF4-FFF2-40B4-BE49-F238E27FC236}">
                <a16:creationId xmlns:a16="http://schemas.microsoft.com/office/drawing/2014/main" id="{7BE3F859-5CAD-47CE-B603-3A355DEB932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067300" y="8267700"/>
            <a:ext cx="10906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45" name="wire-225">
            <a:extLst xmlns:a="http://schemas.openxmlformats.org/drawingml/2006/main">
              <a:ext uri="{FF2B5EF4-FFF2-40B4-BE49-F238E27FC236}">
                <a16:creationId xmlns:a16="http://schemas.microsoft.com/office/drawing/2014/main" id="{346097A6-4EE0-45FB-B484-427D2AA448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67300" y="82677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46" name="wire-226">
            <a:extLst xmlns:a="http://schemas.openxmlformats.org/drawingml/2006/main">
              <a:ext uri="{FF2B5EF4-FFF2-40B4-BE49-F238E27FC236}">
                <a16:creationId xmlns:a16="http://schemas.microsoft.com/office/drawing/2014/main" id="{51D4DA9A-1C11-47DD-8248-85BB5F227DD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571875" y="8477250"/>
            <a:ext cx="1495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47" name="text-227">
            <a:extLst xmlns:a="http://schemas.openxmlformats.org/drawingml/2006/main">
              <a:ext uri="{FF2B5EF4-FFF2-40B4-BE49-F238E27FC236}">
                <a16:creationId xmlns:a16="http://schemas.microsoft.com/office/drawing/2014/main" id="{9C0C762F-00F6-4424-B9B3-04EC7479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429" y="8782050"/>
            <a:ext cx="201587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accumulator_q[31:0]</a:t>
            </a:r>
          </a:p>
        </p:txBody>
      </p:sp>
      <p:sp>
        <p:nvSpPr>
          <p:cNvPr id="148" name="text-228">
            <a:extLst xmlns:a="http://schemas.openxmlformats.org/drawingml/2006/main">
              <a:ext uri="{FF2B5EF4-FFF2-40B4-BE49-F238E27FC236}">
                <a16:creationId xmlns:a16="http://schemas.microsoft.com/office/drawing/2014/main" id="{F335EADB-47A2-49D5-A04D-D53A1B3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439" y="7724775"/>
            <a:ext cx="369398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CE: commit một lần khi kết quả xuất hiện</a:t>
            </a:r>
          </a:p>
        </p:txBody>
      </p:sp>
      <p:sp>
        <p:nvSpPr>
          <p:cNvPr id="149" name="C_CLEAR_MUX-229">
            <a:extLst xmlns:a="http://schemas.openxmlformats.org/drawingml/2006/main">
              <a:ext uri="{FF2B5EF4-FFF2-40B4-BE49-F238E27FC236}">
                <a16:creationId xmlns:a16="http://schemas.microsoft.com/office/drawing/2014/main" id="{8D9E0C59-4A55-43CC-AB1E-D46D66E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839075"/>
            <a:ext cx="333375" cy="857250"/>
          </a:xfrm>
          <a:custGeom xmlns:a="http://schemas.openxmlformats.org/drawingml/2006/main">
            <a:pathLst>
              <a:path w="333375" h="857250">
                <a:moveTo>
                  <a:pt x="333375" y="0"/>
                </a:moveTo>
                <a:lnTo>
                  <a:pt x="333375" y="857250"/>
                </a:lnTo>
                <a:lnTo>
                  <a:pt x="0" y="668655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50" name="wire-230">
            <a:extLst xmlns:a="http://schemas.openxmlformats.org/drawingml/2006/main">
              <a:ext uri="{FF2B5EF4-FFF2-40B4-BE49-F238E27FC236}">
                <a16:creationId xmlns:a16="http://schemas.microsoft.com/office/drawing/2014/main" id="{0318E682-129C-407F-8794-F969D40EA17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571875" y="80581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51" name="text-231">
            <a:extLst xmlns:a="http://schemas.openxmlformats.org/drawingml/2006/main">
              <a:ext uri="{FF2B5EF4-FFF2-40B4-BE49-F238E27FC236}">
                <a16:creationId xmlns:a16="http://schemas.microsoft.com/office/drawing/2014/main" id="{C66BB815-40A8-41A6-9343-74FD3ACD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77057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52" name="text-232">
            <a:extLst xmlns:a="http://schemas.openxmlformats.org/drawingml/2006/main">
              <a:ext uri="{FF2B5EF4-FFF2-40B4-BE49-F238E27FC236}">
                <a16:creationId xmlns:a16="http://schemas.microsoft.com/office/drawing/2014/main" id="{AA44D4A2-8EF0-4E3E-9B2A-DB0A696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391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acc_clr</a:t>
            </a:r>
          </a:p>
        </p:txBody>
      </p:sp>
      <p:cxnSp>
        <p:nvCxnSpPr>
          <p:cNvPr id="153" name="wire-233">
            <a:extLst xmlns:a="http://schemas.openxmlformats.org/drawingml/2006/main">
              <a:ext uri="{FF2B5EF4-FFF2-40B4-BE49-F238E27FC236}">
                <a16:creationId xmlns:a16="http://schemas.microsoft.com/office/drawing/2014/main" id="{18B581AE-E32E-4B0A-8D3B-3E57A508B1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00425" y="77247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154" name="wire-234">
            <a:extLst xmlns:a="http://schemas.openxmlformats.org/drawingml/2006/main">
              <a:ext uri="{FF2B5EF4-FFF2-40B4-BE49-F238E27FC236}">
                <a16:creationId xmlns:a16="http://schemas.microsoft.com/office/drawing/2014/main" id="{F75332F7-03F1-4F64-9875-DA273EE62E2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38350" y="82677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55" name="C_MODE_MUX-235">
            <a:extLst xmlns:a="http://schemas.openxmlformats.org/drawingml/2006/main">
              <a:ext uri="{FF2B5EF4-FFF2-40B4-BE49-F238E27FC236}">
                <a16:creationId xmlns:a16="http://schemas.microsoft.com/office/drawing/2014/main" id="{D71E66F4-9515-40F5-BDAB-60429316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39075"/>
            <a:ext cx="323850" cy="857250"/>
          </a:xfrm>
          <a:custGeom xmlns:a="http://schemas.openxmlformats.org/drawingml/2006/main">
            <a:pathLst>
              <a:path w="323850" h="857250">
                <a:moveTo>
                  <a:pt x="323850" y="0"/>
                </a:moveTo>
                <a:lnTo>
                  <a:pt x="323850" y="857250"/>
                </a:lnTo>
                <a:lnTo>
                  <a:pt x="0" y="668655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156" name="wire-236">
            <a:extLst xmlns:a="http://schemas.openxmlformats.org/drawingml/2006/main">
              <a:ext uri="{FF2B5EF4-FFF2-40B4-BE49-F238E27FC236}">
                <a16:creationId xmlns:a16="http://schemas.microsoft.com/office/drawing/2014/main" id="{4358BBF4-8090-4B41-A1B3-6648D8C64A8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86000" y="9115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57" name="wire-237">
            <a:extLst xmlns:a="http://schemas.openxmlformats.org/drawingml/2006/main">
              <a:ext uri="{FF2B5EF4-FFF2-40B4-BE49-F238E27FC236}">
                <a16:creationId xmlns:a16="http://schemas.microsoft.com/office/drawing/2014/main" id="{A3DBD3E3-B9F2-4D8E-A376-3CEE01A0098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86000" y="8477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58" name="wire-238">
            <a:extLst xmlns:a="http://schemas.openxmlformats.org/drawingml/2006/main">
              <a:ext uri="{FF2B5EF4-FFF2-40B4-BE49-F238E27FC236}">
                <a16:creationId xmlns:a16="http://schemas.microsoft.com/office/drawing/2014/main" id="{339748B6-C3BE-415F-BD64-91744D719AD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38350" y="8477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59" name="text-239">
            <a:extLst xmlns:a="http://schemas.openxmlformats.org/drawingml/2006/main">
              <a:ext uri="{FF2B5EF4-FFF2-40B4-BE49-F238E27FC236}">
                <a16:creationId xmlns:a16="http://schemas.microsoft.com/office/drawing/2014/main" id="{227D2F42-5CD6-48EE-95BA-B883158F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972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C_port[31:0]</a:t>
            </a:r>
          </a:p>
        </p:txBody>
      </p:sp>
      <p:sp>
        <p:nvSpPr>
          <p:cNvPr id="160" name="text-240">
            <a:extLst xmlns:a="http://schemas.openxmlformats.org/drawingml/2006/main">
              <a:ext uri="{FF2B5EF4-FFF2-40B4-BE49-F238E27FC236}">
                <a16:creationId xmlns:a16="http://schemas.microsoft.com/office/drawing/2014/main" id="{AA1165EB-6F37-47C0-AD2F-9366F9F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914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acc_mode</a:t>
            </a:r>
          </a:p>
        </p:txBody>
      </p:sp>
      <p:cxnSp>
        <p:nvCxnSpPr>
          <p:cNvPr id="161" name="wire-241">
            <a:extLst xmlns:a="http://schemas.openxmlformats.org/drawingml/2006/main">
              <a:ext uri="{FF2B5EF4-FFF2-40B4-BE49-F238E27FC236}">
                <a16:creationId xmlns:a16="http://schemas.microsoft.com/office/drawing/2014/main" id="{331F4EFB-70CC-4E35-B7C7-99354097E6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77247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162" name="wire-242">
            <a:extLst xmlns:a="http://schemas.openxmlformats.org/drawingml/2006/main">
              <a:ext uri="{FF2B5EF4-FFF2-40B4-BE49-F238E27FC236}">
                <a16:creationId xmlns:a16="http://schemas.microsoft.com/office/drawing/2014/main" id="{3A40EEE3-E213-40AA-8357-121917EE892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14375" y="82677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63" name="wire-243">
            <a:extLst xmlns:a="http://schemas.openxmlformats.org/drawingml/2006/main">
              <a:ext uri="{FF2B5EF4-FFF2-40B4-BE49-F238E27FC236}">
                <a16:creationId xmlns:a16="http://schemas.microsoft.com/office/drawing/2014/main" id="{586948CF-0EC5-4C82-ADFC-5648131D607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375" y="4943475"/>
            <a:ext cx="0" cy="3324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64" name="wire-244">
            <a:extLst xmlns:a="http://schemas.openxmlformats.org/drawingml/2006/main">
              <a:ext uri="{FF2B5EF4-FFF2-40B4-BE49-F238E27FC236}">
                <a16:creationId xmlns:a16="http://schemas.microsoft.com/office/drawing/2014/main" id="{B5AC2134-4908-468D-81F0-593FE2054B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" y="49434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65" name="text-245">
            <a:extLst xmlns:a="http://schemas.openxmlformats.org/drawingml/2006/main">
              <a:ext uri="{FF2B5EF4-FFF2-40B4-BE49-F238E27FC236}">
                <a16:creationId xmlns:a16="http://schemas.microsoft.com/office/drawing/2014/main" id="{FD28F6CE-1033-404C-9372-31741880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714375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C_eff</a:t>
            </a:r>
          </a:p>
        </p:txBody>
      </p:sp>
      <p:sp>
        <p:nvSpPr>
          <p:cNvPr id="166" name="text-246">
            <a:extLst xmlns:a="http://schemas.openxmlformats.org/drawingml/2006/main">
              <a:ext uri="{FF2B5EF4-FFF2-40B4-BE49-F238E27FC236}">
                <a16:creationId xmlns:a16="http://schemas.microsoft.com/office/drawing/2014/main" id="{CEC03764-B0A4-4B21-9426-38AA7DB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1154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Nét liền: dữ liệu     Nét đứt: điều khiển     Thanh mảnh có ô clock: bank FF</a:t>
            </a:r>
          </a:p>
        </p:txBody>
      </p:sp>
    </p:spTree>
    <p:extLst>
      <p:ext uri="{BB962C8B-B14F-4D97-AF65-F5344CB8AC3E}">
        <p14:creationId xmlns:p14="http://schemas.microsoft.com/office/powerpoint/2010/main" val="2066951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text-247">
            <a:extLst xmlns:a="http://schemas.openxmlformats.org/drawingml/2006/main">
              <a:ext uri="{FF2B5EF4-FFF2-40B4-BE49-F238E27FC236}">
                <a16:creationId xmlns:a16="http://schemas.microsoft.com/office/drawing/2014/main" id="{831D2250-7A77-4501-8E65-E1117D99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và OPS: các nhánh xử lý song song</a:t>
            </a:r>
          </a:p>
        </p:txBody>
      </p:sp>
      <p:sp>
        <p:nvSpPr>
          <p:cNvPr id="2" name="text-248">
            <a:extLst xmlns:a="http://schemas.openxmlformats.org/drawingml/2006/main">
              <a:ext uri="{FF2B5EF4-FFF2-40B4-BE49-F238E27FC236}">
                <a16:creationId xmlns:a16="http://schemas.microsoft.com/office/drawing/2014/main" id="{D9B71794-DA9A-452E-B2B6-F89F5D5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S01 / S02 / S03(M0), minh họa một parser; A, B và C có ba instance độc lập</a:t>
            </a:r>
          </a:p>
        </p:txBody>
      </p:sp>
      <p:cxnSp>
        <p:nvCxnSpPr>
          <p:cNvPr id="3" name="wire-249">
            <a:extLst xmlns:a="http://schemas.openxmlformats.org/drawingml/2006/main">
              <a:ext uri="{FF2B5EF4-FFF2-40B4-BE49-F238E27FC236}">
                <a16:creationId xmlns:a16="http://schemas.microsoft.com/office/drawing/2014/main" id="{685B1121-AC59-4B10-B222-9E2BE77695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250">
            <a:extLst xmlns:a="http://schemas.openxmlformats.org/drawingml/2006/main">
              <a:ext uri="{FF2B5EF4-FFF2-40B4-BE49-F238E27FC236}">
                <a16:creationId xmlns:a16="http://schemas.microsoft.com/office/drawing/2014/main" id="{3A553088-8F2F-419B-8804-2B6CA91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251">
            <a:extLst xmlns:a="http://schemas.openxmlformats.org/drawingml/2006/main">
              <a:ext uri="{FF2B5EF4-FFF2-40B4-BE49-F238E27FC236}">
                <a16:creationId xmlns:a16="http://schemas.microsoft.com/office/drawing/2014/main" id="{B902CD56-1B8D-4622-891B-FF6E48F2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cxnSp>
        <p:nvCxnSpPr>
          <p:cNvPr id="6" name="wire-252">
            <a:extLst xmlns:a="http://schemas.openxmlformats.org/drawingml/2006/main">
              <a:ext uri="{FF2B5EF4-FFF2-40B4-BE49-F238E27FC236}">
                <a16:creationId xmlns:a16="http://schemas.microsoft.com/office/drawing/2014/main" id="{A7143E1B-AFDD-4E33-AD05-847F811BE0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" y="2124075"/>
            <a:ext cx="55340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7" name="wire-253">
            <a:extLst xmlns:a="http://schemas.openxmlformats.org/drawingml/2006/main">
              <a:ext uri="{FF2B5EF4-FFF2-40B4-BE49-F238E27FC236}">
                <a16:creationId xmlns:a16="http://schemas.microsoft.com/office/drawing/2014/main" id="{CB082176-38F0-41AF-BAA9-38DD9C5F62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8" name="wire-254">
            <a:extLst xmlns:a="http://schemas.openxmlformats.org/drawingml/2006/main">
              <a:ext uri="{FF2B5EF4-FFF2-40B4-BE49-F238E27FC236}">
                <a16:creationId xmlns:a16="http://schemas.microsoft.com/office/drawing/2014/main" id="{B1E90E91-5E07-413F-8B45-9F043ACC7D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53150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9" name="text-255">
            <a:extLst xmlns:a="http://schemas.openxmlformats.org/drawingml/2006/main">
              <a:ext uri="{FF2B5EF4-FFF2-40B4-BE49-F238E27FC236}">
                <a16:creationId xmlns:a16="http://schemas.microsoft.com/office/drawing/2014/main" id="{73E7B7B5-AE86-4BFE-ACF0-7E510E9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P1</a:t>
            </a:r>
          </a:p>
        </p:txBody>
      </p:sp>
      <p:cxnSp>
        <p:nvCxnSpPr>
          <p:cNvPr id="10" name="wire-256">
            <a:extLst xmlns:a="http://schemas.openxmlformats.org/drawingml/2006/main">
              <a:ext uri="{FF2B5EF4-FFF2-40B4-BE49-F238E27FC236}">
                <a16:creationId xmlns:a16="http://schemas.microsoft.com/office/drawing/2014/main" id="{7C0A2EDB-FBD2-4F1F-AC0F-09D23452AD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00825" y="2124075"/>
            <a:ext cx="392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1" name="wire-257">
            <a:extLst xmlns:a="http://schemas.openxmlformats.org/drawingml/2006/main">
              <a:ext uri="{FF2B5EF4-FFF2-40B4-BE49-F238E27FC236}">
                <a16:creationId xmlns:a16="http://schemas.microsoft.com/office/drawing/2014/main" id="{9B338245-4A8B-4F5C-9EE9-D73A6AA5E4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00825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2" name="wire-258">
            <a:extLst xmlns:a="http://schemas.openxmlformats.org/drawingml/2006/main">
              <a:ext uri="{FF2B5EF4-FFF2-40B4-BE49-F238E27FC236}">
                <a16:creationId xmlns:a16="http://schemas.microsoft.com/office/drawing/2014/main" id="{E203CDCF-831C-4D54-9B5B-4734431AC5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25125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3" name="text-259">
            <a:extLst xmlns:a="http://schemas.openxmlformats.org/drawingml/2006/main">
              <a:ext uri="{FF2B5EF4-FFF2-40B4-BE49-F238E27FC236}">
                <a16:creationId xmlns:a16="http://schemas.microsoft.com/office/drawing/2014/main" id="{82ACA844-A20E-4A6F-A392-BF2BEEA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24025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P2</a:t>
            </a:r>
          </a:p>
        </p:txBody>
      </p:sp>
      <p:cxnSp>
        <p:nvCxnSpPr>
          <p:cNvPr id="14" name="wire-260">
            <a:extLst xmlns:a="http://schemas.openxmlformats.org/drawingml/2006/main">
              <a:ext uri="{FF2B5EF4-FFF2-40B4-BE49-F238E27FC236}">
                <a16:creationId xmlns:a16="http://schemas.microsoft.com/office/drawing/2014/main" id="{0A9F8423-37DE-4C2D-8FB7-73455E888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144250" y="2124075"/>
            <a:ext cx="5972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5" name="wire-261">
            <a:extLst xmlns:a="http://schemas.openxmlformats.org/drawingml/2006/main">
              <a:ext uri="{FF2B5EF4-FFF2-40B4-BE49-F238E27FC236}">
                <a16:creationId xmlns:a16="http://schemas.microsoft.com/office/drawing/2014/main" id="{8679CFD5-C25B-433C-B1CF-D1038C731F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144250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6" name="wire-262">
            <a:extLst xmlns:a="http://schemas.openxmlformats.org/drawingml/2006/main">
              <a:ext uri="{FF2B5EF4-FFF2-40B4-BE49-F238E27FC236}">
                <a16:creationId xmlns:a16="http://schemas.microsoft.com/office/drawing/2014/main" id="{C46632D2-F3CB-42C9-BA82-E086EFBB04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16425" y="2124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7" name="text-263">
            <a:extLst xmlns:a="http://schemas.openxmlformats.org/drawingml/2006/main">
              <a:ext uri="{FF2B5EF4-FFF2-40B4-BE49-F238E27FC236}">
                <a16:creationId xmlns:a16="http://schemas.microsoft.com/office/drawing/2014/main" id="{0499060E-28F2-499A-92B5-3C7C280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724025"/>
            <a:ext cx="597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OPS: control và data độc lập</a:t>
            </a:r>
          </a:p>
        </p:txBody>
      </p:sp>
      <p:sp>
        <p:nvSpPr>
          <p:cNvPr id="18" name="text-264">
            <a:extLst xmlns:a="http://schemas.openxmlformats.org/drawingml/2006/main">
              <a:ext uri="{FF2B5EF4-FFF2-40B4-BE49-F238E27FC236}">
                <a16:creationId xmlns:a16="http://schemas.microsoft.com/office/drawing/2014/main" id="{C8DA5CB4-333C-4E39-830F-8AF04A3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2100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p[31:0]</a:t>
            </a:r>
          </a:p>
        </p:txBody>
      </p:sp>
      <p:cxnSp>
        <p:nvCxnSpPr>
          <p:cNvPr id="19" name="wire-265">
            <a:extLst xmlns:a="http://schemas.openxmlformats.org/drawingml/2006/main">
              <a:ext uri="{FF2B5EF4-FFF2-40B4-BE49-F238E27FC236}">
                <a16:creationId xmlns:a16="http://schemas.microsoft.com/office/drawing/2014/main" id="{CA53186E-C935-47D7-B163-9A0A25C437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" y="4762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0" name="s3-o266">
            <a:extLst xmlns:a="http://schemas.openxmlformats.org/drawingml/2006/main">
              <a:ext uri="{FF2B5EF4-FFF2-40B4-BE49-F238E27FC236}">
                <a16:creationId xmlns:a16="http://schemas.microsoft.com/office/drawing/2014/main" id="{800DD1F4-EEEA-4CEF-B0A1-A2AACDB9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1866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Bù hai theo dấu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 = (p XOR s) + s</a:t>
            </a:r>
          </a:p>
        </p:txBody>
      </p:sp>
      <p:sp>
        <p:nvSpPr>
          <p:cNvPr id="21" name="s3-o267">
            <a:extLst xmlns:a="http://schemas.openxmlformats.org/drawingml/2006/main">
              <a:ext uri="{FF2B5EF4-FFF2-40B4-BE49-F238E27FC236}">
                <a16:creationId xmlns:a16="http://schemas.microsoft.com/office/drawing/2014/main" id="{1432FE01-FCFF-4E67-A4B9-B685AD3F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3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2" name="wire-268">
            <a:extLst xmlns:a="http://schemas.openxmlformats.org/drawingml/2006/main">
              <a:ext uri="{FF2B5EF4-FFF2-40B4-BE49-F238E27FC236}">
                <a16:creationId xmlns:a16="http://schemas.microsoft.com/office/drawing/2014/main" id="{5FDF2CB7-AC49-46E1-A584-B960BFE1C6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47625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23" name="wire-269">
            <a:extLst xmlns:a="http://schemas.openxmlformats.org/drawingml/2006/main">
              <a:ext uri="{FF2B5EF4-FFF2-40B4-BE49-F238E27FC236}">
                <a16:creationId xmlns:a16="http://schemas.microsoft.com/office/drawing/2014/main" id="{D8212327-A808-4778-87FD-F3691DE4281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200400" y="3190875"/>
            <a:ext cx="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24" name="wire-270">
            <a:extLst xmlns:a="http://schemas.openxmlformats.org/drawingml/2006/main">
              <a:ext uri="{FF2B5EF4-FFF2-40B4-BE49-F238E27FC236}">
                <a16:creationId xmlns:a16="http://schemas.microsoft.com/office/drawing/2014/main" id="{94E7359C-88AB-4ECC-81FE-041FA413A4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31908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5" name="s3-o271">
            <a:extLst xmlns:a="http://schemas.openxmlformats.org/drawingml/2006/main">
              <a:ext uri="{FF2B5EF4-FFF2-40B4-BE49-F238E27FC236}">
                <a16:creationId xmlns:a16="http://schemas.microsoft.com/office/drawing/2014/main" id="{1E42A3EF-4DE0-40BD-9A62-97B759E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Adjacent XOR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 sentinel 1</a:t>
            </a:r>
          </a:p>
        </p:txBody>
      </p:sp>
      <p:sp>
        <p:nvSpPr>
          <p:cNvPr id="26" name="s3-o272">
            <a:extLst xmlns:a="http://schemas.openxmlformats.org/drawingml/2006/main">
              <a:ext uri="{FF2B5EF4-FFF2-40B4-BE49-F238E27FC236}">
                <a16:creationId xmlns:a16="http://schemas.microsoft.com/office/drawing/2014/main" id="{36CECAAC-9E9E-40AE-8BEF-4ECA59D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LOD 31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cnt[4:0]</a:t>
            </a:r>
          </a:p>
        </p:txBody>
      </p:sp>
      <p:cxnSp>
        <p:nvCxnSpPr>
          <p:cNvPr id="27" name="wire-273">
            <a:extLst xmlns:a="http://schemas.openxmlformats.org/drawingml/2006/main">
              <a:ext uri="{FF2B5EF4-FFF2-40B4-BE49-F238E27FC236}">
                <a16:creationId xmlns:a16="http://schemas.microsoft.com/office/drawing/2014/main" id="{257D9242-B21B-422F-BB67-D3A48FDA87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38700" y="3190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28" name="wire-274">
            <a:extLst xmlns:a="http://schemas.openxmlformats.org/drawingml/2006/main">
              <a:ext uri="{FF2B5EF4-FFF2-40B4-BE49-F238E27FC236}">
                <a16:creationId xmlns:a16="http://schemas.microsoft.com/office/drawing/2014/main" id="{9371BBBA-E7DF-4D47-ADE1-0C4A88C57F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31908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29" name="wire-275">
            <a:extLst xmlns:a="http://schemas.openxmlformats.org/drawingml/2006/main">
              <a:ext uri="{FF2B5EF4-FFF2-40B4-BE49-F238E27FC236}">
                <a16:creationId xmlns:a16="http://schemas.microsoft.com/office/drawing/2014/main" id="{453B912C-E30E-42AD-B98C-A87FD0009E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4762500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0" name="wire-276">
            <a:extLst xmlns:a="http://schemas.openxmlformats.org/drawingml/2006/main">
              <a:ext uri="{FF2B5EF4-FFF2-40B4-BE49-F238E27FC236}">
                <a16:creationId xmlns:a16="http://schemas.microsoft.com/office/drawing/2014/main" id="{8F7A2C31-5505-4F71-822F-0641228A5F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6229350"/>
            <a:ext cx="3086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1" name="text-277">
            <a:extLst xmlns:a="http://schemas.openxmlformats.org/drawingml/2006/main">
              <a:ext uri="{FF2B5EF4-FFF2-40B4-BE49-F238E27FC236}">
                <a16:creationId xmlns:a16="http://schemas.microsoft.com/office/drawing/2014/main" id="{C924E91A-07AC-46F0-AF26-C431287A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payload_seed = m[28:0]</a:t>
            </a:r>
          </a:p>
        </p:txBody>
      </p:sp>
      <p:cxnSp>
        <p:nvCxnSpPr>
          <p:cNvPr id="32" name="wire-278">
            <a:extLst xmlns:a="http://schemas.openxmlformats.org/drawingml/2006/main">
              <a:ext uri="{FF2B5EF4-FFF2-40B4-BE49-F238E27FC236}">
                <a16:creationId xmlns:a16="http://schemas.microsoft.com/office/drawing/2014/main" id="{77B45BE1-34AC-4713-9614-B730E6C912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4762500"/>
            <a:ext cx="3086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3" name="text-279">
            <a:extLst xmlns:a="http://schemas.openxmlformats.org/drawingml/2006/main">
              <a:ext uri="{FF2B5EF4-FFF2-40B4-BE49-F238E27FC236}">
                <a16:creationId xmlns:a16="http://schemas.microsoft.com/office/drawing/2014/main" id="{A4A8A4E4-A7E2-4341-A934-5E358AF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338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FRB = m[30]</a:t>
            </a:r>
          </a:p>
        </p:txBody>
      </p:sp>
      <p:sp>
        <p:nvSpPr>
          <p:cNvPr id="34" name="s3-o280">
            <a:extLst xmlns:a="http://schemas.openxmlformats.org/drawingml/2006/main">
              <a:ext uri="{FF2B5EF4-FFF2-40B4-BE49-F238E27FC236}">
                <a16:creationId xmlns:a16="http://schemas.microsoft.com/office/drawing/2014/main" id="{9D86101B-1FA5-40FE-A080-3CC12F3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/ NaR</a:t>
            </a:r>
          </a:p>
        </p:txBody>
      </p:sp>
      <p:cxnSp>
        <p:nvCxnSpPr>
          <p:cNvPr id="35" name="wire-281">
            <a:extLst xmlns:a="http://schemas.openxmlformats.org/drawingml/2006/main">
              <a:ext uri="{FF2B5EF4-FFF2-40B4-BE49-F238E27FC236}">
                <a16:creationId xmlns:a16="http://schemas.microsoft.com/office/drawing/2014/main" id="{8DD8B2E1-9AB5-4DFC-9E12-F5781545B9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4762500"/>
            <a:ext cx="0" cy="2552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6" name="wire-282">
            <a:extLst xmlns:a="http://schemas.openxmlformats.org/drawingml/2006/main">
              <a:ext uri="{FF2B5EF4-FFF2-40B4-BE49-F238E27FC236}">
                <a16:creationId xmlns:a16="http://schemas.microsoft.com/office/drawing/2014/main" id="{F249B7E1-DDBC-4B06-83FA-A2519E6B67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7315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37" name="wire-283">
            <a:extLst xmlns:a="http://schemas.openxmlformats.org/drawingml/2006/main">
              <a:ext uri="{FF2B5EF4-FFF2-40B4-BE49-F238E27FC236}">
                <a16:creationId xmlns:a16="http://schemas.microsoft.com/office/drawing/2014/main" id="{DD4DBD25-DB97-4965-BFAD-31584B1A47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73152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8" name="BANK-PARSER_P1">
            <a:extLst xmlns:a="http://schemas.openxmlformats.org/drawingml/2006/main">
              <a:ext uri="{FF2B5EF4-FFF2-40B4-BE49-F238E27FC236}">
                <a16:creationId xmlns:a16="http://schemas.microsoft.com/office/drawing/2014/main" id="{F9D2104B-0BDA-43FE-B7D0-9DC7130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95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9" name="CLOCK-SQUARE-PARSER_P1">
            <a:extLst xmlns:a="http://schemas.openxmlformats.org/drawingml/2006/main">
              <a:ext uri="{FF2B5EF4-FFF2-40B4-BE49-F238E27FC236}">
                <a16:creationId xmlns:a16="http://schemas.microsoft.com/office/drawing/2014/main" id="{FF1D17BE-1BF5-4E94-AA85-74CDF66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781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0" name="CLOCK-EDGE-PARSER_P1">
            <a:extLst xmlns:a="http://schemas.openxmlformats.org/drawingml/2006/main">
              <a:ext uri="{FF2B5EF4-FFF2-40B4-BE49-F238E27FC236}">
                <a16:creationId xmlns:a16="http://schemas.microsoft.com/office/drawing/2014/main" id="{1BA3FC54-7D64-4AB6-B9C7-B3BC18C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7819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1" name="text-284">
            <a:extLst xmlns:a="http://schemas.openxmlformats.org/drawingml/2006/main">
              <a:ext uri="{FF2B5EF4-FFF2-40B4-BE49-F238E27FC236}">
                <a16:creationId xmlns:a16="http://schemas.microsoft.com/office/drawing/2014/main" id="{584C2143-DF6A-4536-A870-2999DB0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812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S01 / P1</a:t>
            </a:r>
          </a:p>
        </p:txBody>
      </p:sp>
      <p:sp>
        <p:nvSpPr>
          <p:cNvPr id="42" name="s3-o285">
            <a:extLst xmlns:a="http://schemas.openxmlformats.org/drawingml/2006/main">
              <a:ext uri="{FF2B5EF4-FFF2-40B4-BE49-F238E27FC236}">
                <a16:creationId xmlns:a16="http://schemas.microsoft.com/office/drawing/2014/main" id="{8788ACFC-544D-44D3-8202-3722C740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3048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Payload &lt;&lt; cnt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 từ cnt và FRB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 = signed({k,e})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frac = payload[25:0]</a:t>
            </a:r>
          </a:p>
        </p:txBody>
      </p:sp>
      <p:cxnSp>
        <p:nvCxnSpPr>
          <p:cNvPr id="43" name="wire-286">
            <a:extLst xmlns:a="http://schemas.openxmlformats.org/drawingml/2006/main">
              <a:ext uri="{FF2B5EF4-FFF2-40B4-BE49-F238E27FC236}">
                <a16:creationId xmlns:a16="http://schemas.microsoft.com/office/drawing/2014/main" id="{79CB1D2D-04CF-44AA-BD6D-852769F104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81750" y="31908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4" name="wire-287">
            <a:extLst xmlns:a="http://schemas.openxmlformats.org/drawingml/2006/main">
              <a:ext uri="{FF2B5EF4-FFF2-40B4-BE49-F238E27FC236}">
                <a16:creationId xmlns:a16="http://schemas.microsoft.com/office/drawing/2014/main" id="{69A8F4D3-2938-4C40-8C41-050A716A16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67525" y="3190875"/>
            <a:ext cx="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5" name="wire-288">
            <a:extLst xmlns:a="http://schemas.openxmlformats.org/drawingml/2006/main">
              <a:ext uri="{FF2B5EF4-FFF2-40B4-BE49-F238E27FC236}">
                <a16:creationId xmlns:a16="http://schemas.microsoft.com/office/drawing/2014/main" id="{221F9E94-13DE-421C-9DF2-805BC10A5F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67525" y="43719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6" name="wire-289">
            <a:extLst xmlns:a="http://schemas.openxmlformats.org/drawingml/2006/main">
              <a:ext uri="{FF2B5EF4-FFF2-40B4-BE49-F238E27FC236}">
                <a16:creationId xmlns:a16="http://schemas.microsoft.com/office/drawing/2014/main" id="{8E2A25E1-19FE-47BF-97EC-548D179D8A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81750" y="62293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7" name="wire-290">
            <a:extLst xmlns:a="http://schemas.openxmlformats.org/drawingml/2006/main">
              <a:ext uri="{FF2B5EF4-FFF2-40B4-BE49-F238E27FC236}">
                <a16:creationId xmlns:a16="http://schemas.microsoft.com/office/drawing/2014/main" id="{DDB9851A-4E2B-4ADB-8D43-A2F52536F0E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81800" y="5429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8" name="wire-291">
            <a:extLst xmlns:a="http://schemas.openxmlformats.org/drawingml/2006/main">
              <a:ext uri="{FF2B5EF4-FFF2-40B4-BE49-F238E27FC236}">
                <a16:creationId xmlns:a16="http://schemas.microsoft.com/office/drawing/2014/main" id="{4E431C68-7BD4-4D27-9C6A-6E4718E7CF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81800" y="5429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9" name="wire-292">
            <a:extLst xmlns:a="http://schemas.openxmlformats.org/drawingml/2006/main">
              <a:ext uri="{FF2B5EF4-FFF2-40B4-BE49-F238E27FC236}">
                <a16:creationId xmlns:a16="http://schemas.microsoft.com/office/drawing/2014/main" id="{53ADD825-3C31-4500-B35F-4D9E2681B2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81750" y="4762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0" name="wire-293">
            <a:extLst xmlns:a="http://schemas.openxmlformats.org/drawingml/2006/main">
              <a:ext uri="{FF2B5EF4-FFF2-40B4-BE49-F238E27FC236}">
                <a16:creationId xmlns:a16="http://schemas.microsoft.com/office/drawing/2014/main" id="{E11FA9E4-580A-4630-867C-9F120A9634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91750" y="4953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1" name="wire-294">
            <a:extLst xmlns:a="http://schemas.openxmlformats.org/drawingml/2006/main">
              <a:ext uri="{FF2B5EF4-FFF2-40B4-BE49-F238E27FC236}">
                <a16:creationId xmlns:a16="http://schemas.microsoft.com/office/drawing/2014/main" id="{57E8EB49-BD77-4453-9F9C-08772874C3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81750" y="7315200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2" name="text-295">
            <a:extLst xmlns:a="http://schemas.openxmlformats.org/drawingml/2006/main">
              <a:ext uri="{FF2B5EF4-FFF2-40B4-BE49-F238E27FC236}">
                <a16:creationId xmlns:a16="http://schemas.microsoft.com/office/drawing/2014/main" id="{16C22098-9E07-4477-826B-F8E58B38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762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Canonical Zero / NaR</a:t>
            </a:r>
          </a:p>
        </p:txBody>
      </p:sp>
      <p:sp>
        <p:nvSpPr>
          <p:cNvPr id="53" name="BANK-PARSER_P2">
            <a:extLst xmlns:a="http://schemas.openxmlformats.org/drawingml/2006/main">
              <a:ext uri="{FF2B5EF4-FFF2-40B4-BE49-F238E27FC236}">
                <a16:creationId xmlns:a16="http://schemas.microsoft.com/office/drawing/2014/main" id="{448DED56-9034-42E5-A7ED-3E162DF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38425"/>
            <a:ext cx="95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4" name="CLOCK-SQUARE-PARSER_P2">
            <a:extLst xmlns:a="http://schemas.openxmlformats.org/drawingml/2006/main">
              <a:ext uri="{FF2B5EF4-FFF2-40B4-BE49-F238E27FC236}">
                <a16:creationId xmlns:a16="http://schemas.microsoft.com/office/drawing/2014/main" id="{05D4C8C6-D872-40F2-A8DC-5958D1B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7781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5" name="CLOCK-EDGE-PARSER_P2">
            <a:extLst xmlns:a="http://schemas.openxmlformats.org/drawingml/2006/main">
              <a:ext uri="{FF2B5EF4-FFF2-40B4-BE49-F238E27FC236}">
                <a16:creationId xmlns:a16="http://schemas.microsoft.com/office/drawing/2014/main" id="{7021306F-B9D2-4D4E-BC38-1689F0C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77819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6" name="text-296">
            <a:extLst xmlns:a="http://schemas.openxmlformats.org/drawingml/2006/main">
              <a:ext uri="{FF2B5EF4-FFF2-40B4-BE49-F238E27FC236}">
                <a16:creationId xmlns:a16="http://schemas.microsoft.com/office/drawing/2014/main" id="{56263D44-2C45-4E05-9A7A-9640C68B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812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S02 / P2</a:t>
            </a:r>
          </a:p>
        </p:txBody>
      </p:sp>
      <p:sp>
        <p:nvSpPr>
          <p:cNvPr id="57" name="text-297">
            <a:extLst xmlns:a="http://schemas.openxmlformats.org/drawingml/2006/main">
              <a:ext uri="{FF2B5EF4-FFF2-40B4-BE49-F238E27FC236}">
                <a16:creationId xmlns:a16="http://schemas.microsoft.com/office/drawing/2014/main" id="{74D783E6-D3BB-4555-8794-EF82B02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172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s, sf[10:0], frac[25:0]</a:t>
            </a:r>
          </a:p>
        </p:txBody>
      </p:sp>
      <p:sp>
        <p:nvSpPr>
          <p:cNvPr id="58" name="s3-o298">
            <a:extLst xmlns:a="http://schemas.openxmlformats.org/drawingml/2006/main">
              <a:ext uri="{FF2B5EF4-FFF2-40B4-BE49-F238E27FC236}">
                <a16:creationId xmlns:a16="http://schemas.microsoft.com/office/drawing/2014/main" id="{121CFA9F-97C3-4F1B-8E6B-D1E3ADE2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800350"/>
            <a:ext cx="1857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High12 trực tiếp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Low14 &amp; !mode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Popcount A / B</a:t>
            </a:r>
          </a:p>
        </p:txBody>
      </p:sp>
      <p:sp>
        <p:nvSpPr>
          <p:cNvPr id="59" name="s3-o299">
            <a:extLst xmlns:a="http://schemas.openxmlformats.org/drawingml/2006/main">
              <a:ext uri="{FF2B5EF4-FFF2-40B4-BE49-F238E27FC236}">
                <a16:creationId xmlns:a16="http://schemas.microsoft.com/office/drawing/2014/main" id="{27E1792B-4E4C-4AA3-BBE2-61985E1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0035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 &lt; A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OPS1 enable</a:t>
            </a:r>
          </a:p>
        </p:txBody>
      </p:sp>
      <p:cxnSp>
        <p:nvCxnSpPr>
          <p:cNvPr id="60" name="wire-300">
            <a:extLst xmlns:a="http://schemas.openxmlformats.org/drawingml/2006/main">
              <a:ext uri="{FF2B5EF4-FFF2-40B4-BE49-F238E27FC236}">
                <a16:creationId xmlns:a16="http://schemas.microsoft.com/office/drawing/2014/main" id="{A4C9D19B-5AC1-472D-B69B-A8ADDA9C7D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06450" y="32480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1" name="wire-301">
            <a:extLst xmlns:a="http://schemas.openxmlformats.org/drawingml/2006/main">
              <a:ext uri="{FF2B5EF4-FFF2-40B4-BE49-F238E27FC236}">
                <a16:creationId xmlns:a16="http://schemas.microsoft.com/office/drawing/2014/main" id="{831B8C09-941E-4270-8FB3-5FBF7DDDAD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4953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62" name="wire-302">
            <a:extLst xmlns:a="http://schemas.openxmlformats.org/drawingml/2006/main">
              <a:ext uri="{FF2B5EF4-FFF2-40B4-BE49-F238E27FC236}">
                <a16:creationId xmlns:a16="http://schemas.microsoft.com/office/drawing/2014/main" id="{2CE36303-768F-4D04-A7ED-9574DC14CBC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239500" y="3248025"/>
            <a:ext cx="0" cy="1704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63" name="wire-303">
            <a:extLst xmlns:a="http://schemas.openxmlformats.org/drawingml/2006/main">
              <a:ext uri="{FF2B5EF4-FFF2-40B4-BE49-F238E27FC236}">
                <a16:creationId xmlns:a16="http://schemas.microsoft.com/office/drawing/2014/main" id="{B9E860C1-5075-41B5-80DC-9E00AFDBB8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0" y="32480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4" name="s3-o304">
            <a:extLst xmlns:a="http://schemas.openxmlformats.org/drawingml/2006/main">
              <a:ext uri="{FF2B5EF4-FFF2-40B4-BE49-F238E27FC236}">
                <a16:creationId xmlns:a16="http://schemas.microsoft.com/office/drawing/2014/main" id="{14E5AD09-24AE-4AFC-8470-4EF3B68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924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3-o305">
            <a:extLst xmlns:a="http://schemas.openxmlformats.org/drawingml/2006/main">
              <a:ext uri="{FF2B5EF4-FFF2-40B4-BE49-F238E27FC236}">
                <a16:creationId xmlns:a16="http://schemas.microsoft.com/office/drawing/2014/main" id="{6474AB4A-90F4-43EB-AE8C-2CC7E562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410200"/>
            <a:ext cx="3476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2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Chuẩn bị cả A và B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xA, xB: high12, không hidden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yA, yB: {1, high12}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NF exact dùng đầy đủ 26 bit</a:t>
            </a:r>
          </a:p>
        </p:txBody>
      </p:sp>
      <p:cxnSp>
        <p:nvCxnSpPr>
          <p:cNvPr id="66" name="wire-306">
            <a:extLst xmlns:a="http://schemas.openxmlformats.org/drawingml/2006/main">
              <a:ext uri="{FF2B5EF4-FFF2-40B4-BE49-F238E27FC236}">
                <a16:creationId xmlns:a16="http://schemas.microsoft.com/office/drawing/2014/main" id="{4B5EA65F-AED0-42A4-AFB1-2578341132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0" y="495300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67" name="wire-307">
            <a:extLst xmlns:a="http://schemas.openxmlformats.org/drawingml/2006/main">
              <a:ext uri="{FF2B5EF4-FFF2-40B4-BE49-F238E27FC236}">
                <a16:creationId xmlns:a16="http://schemas.microsoft.com/office/drawing/2014/main" id="{D3D0C663-E10B-4415-8029-168932D987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0" y="61722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8" name="OPS_SWAP_PAIR-308">
            <a:extLst xmlns:a="http://schemas.openxmlformats.org/drawingml/2006/main">
              <a:ext uri="{FF2B5EF4-FFF2-40B4-BE49-F238E27FC236}">
                <a16:creationId xmlns:a16="http://schemas.microsoft.com/office/drawing/2014/main" id="{F23DC458-0500-4A96-8392-01CB38F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953000"/>
            <a:ext cx="381000" cy="1905000"/>
          </a:xfrm>
          <a:custGeom xmlns:a="http://schemas.openxmlformats.org/drawingml/2006/main">
            <a:pathLst>
              <a:path w="381000" h="1905000">
                <a:moveTo>
                  <a:pt x="0" y="0"/>
                </a:moveTo>
                <a:lnTo>
                  <a:pt x="381000" y="419100"/>
                </a:lnTo>
                <a:lnTo>
                  <a:pt x="381000" y="14859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69" name="wire-309">
            <a:extLst xmlns:a="http://schemas.openxmlformats.org/drawingml/2006/main">
              <a:ext uri="{FF2B5EF4-FFF2-40B4-BE49-F238E27FC236}">
                <a16:creationId xmlns:a16="http://schemas.microsoft.com/office/drawing/2014/main" id="{FD0A7A12-3E26-4B96-8054-5163EE2435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125700" y="5905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0" name="wire-310">
            <a:extLst xmlns:a="http://schemas.openxmlformats.org/drawingml/2006/main">
              <a:ext uri="{FF2B5EF4-FFF2-40B4-BE49-F238E27FC236}">
                <a16:creationId xmlns:a16="http://schemas.microsoft.com/office/drawing/2014/main" id="{AA8E3F7B-2D97-4047-A66D-FE28300CFBE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5382875" y="53625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1" name="wire-311">
            <a:extLst xmlns:a="http://schemas.openxmlformats.org/drawingml/2006/main">
              <a:ext uri="{FF2B5EF4-FFF2-40B4-BE49-F238E27FC236}">
                <a16:creationId xmlns:a16="http://schemas.microsoft.com/office/drawing/2014/main" id="{31315887-82F6-4F24-BD91-7DF47E0991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382875" y="53625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2" name="wire-312">
            <a:extLst xmlns:a="http://schemas.openxmlformats.org/drawingml/2006/main">
              <a:ext uri="{FF2B5EF4-FFF2-40B4-BE49-F238E27FC236}">
                <a16:creationId xmlns:a16="http://schemas.microsoft.com/office/drawing/2014/main" id="{A85E713E-EF88-45C0-AF25-7C75A5D789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125700" y="6486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3" name="wire-313">
            <a:extLst xmlns:a="http://schemas.openxmlformats.org/drawingml/2006/main">
              <a:ext uri="{FF2B5EF4-FFF2-40B4-BE49-F238E27FC236}">
                <a16:creationId xmlns:a16="http://schemas.microsoft.com/office/drawing/2014/main" id="{4361DF0D-EF3F-4CE8-AA96-82D8D5EBBA7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5516225" y="64389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4" name="wire-314">
            <a:extLst xmlns:a="http://schemas.openxmlformats.org/drawingml/2006/main">
              <a:ext uri="{FF2B5EF4-FFF2-40B4-BE49-F238E27FC236}">
                <a16:creationId xmlns:a16="http://schemas.microsoft.com/office/drawing/2014/main" id="{D51998AE-C5DB-4235-9626-042F316A24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16225" y="64389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5" name="text-315">
            <a:extLst xmlns:a="http://schemas.openxmlformats.org/drawingml/2006/main">
              <a:ext uri="{FF2B5EF4-FFF2-40B4-BE49-F238E27FC236}">
                <a16:creationId xmlns:a16="http://schemas.microsoft.com/office/drawing/2014/main" id="{BD057CCF-96BE-42BE-A99B-873CAA2A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6291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0: xA,yB</a:t>
            </a:r>
          </a:p>
        </p:txBody>
      </p:sp>
      <p:sp>
        <p:nvSpPr>
          <p:cNvPr id="76" name="text-316">
            <a:extLst xmlns:a="http://schemas.openxmlformats.org/drawingml/2006/main">
              <a:ext uri="{FF2B5EF4-FFF2-40B4-BE49-F238E27FC236}">
                <a16:creationId xmlns:a16="http://schemas.microsoft.com/office/drawing/2014/main" id="{8C1E40DD-EB01-4608-B0F2-3B750A29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0199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1: xB,yA</a:t>
            </a:r>
          </a:p>
        </p:txBody>
      </p:sp>
      <p:cxnSp>
        <p:nvCxnSpPr>
          <p:cNvPr id="77" name="wire-317">
            <a:extLst xmlns:a="http://schemas.openxmlformats.org/drawingml/2006/main">
              <a:ext uri="{FF2B5EF4-FFF2-40B4-BE49-F238E27FC236}">
                <a16:creationId xmlns:a16="http://schemas.microsoft.com/office/drawing/2014/main" id="{BD3E06B9-35F9-453C-858B-28526D30D7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430500" y="3248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78" name="wire-318">
            <a:extLst xmlns:a="http://schemas.openxmlformats.org/drawingml/2006/main">
              <a:ext uri="{FF2B5EF4-FFF2-40B4-BE49-F238E27FC236}">
                <a16:creationId xmlns:a16="http://schemas.microsoft.com/office/drawing/2014/main" id="{9962549B-D6AD-4561-B98F-ACF3107D36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887700" y="3248025"/>
            <a:ext cx="0" cy="1704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79" name="text-319">
            <a:extLst xmlns:a="http://schemas.openxmlformats.org/drawingml/2006/main">
              <a:ext uri="{FF2B5EF4-FFF2-40B4-BE49-F238E27FC236}">
                <a16:creationId xmlns:a16="http://schemas.microsoft.com/office/drawing/2014/main" id="{CDCE748C-3618-45B1-9991-BE70F0C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3810000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choose_b</a:t>
            </a:r>
          </a:p>
        </p:txBody>
      </p:sp>
      <p:sp>
        <p:nvSpPr>
          <p:cNvPr id="80" name="text-320">
            <a:extLst xmlns:a="http://schemas.openxmlformats.org/drawingml/2006/main">
              <a:ext uri="{FF2B5EF4-FFF2-40B4-BE49-F238E27FC236}">
                <a16:creationId xmlns:a16="http://schemas.microsoft.com/office/drawing/2014/main" id="{272F70CA-C7B1-4A79-94F1-0888EE63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1243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Hai MUX X/Y song song</a:t>
            </a:r>
          </a:p>
        </p:txBody>
      </p:sp>
      <p:sp>
        <p:nvSpPr>
          <p:cNvPr id="81" name="OPS_BYPASS_ZERO-321">
            <a:extLst xmlns:a="http://schemas.openxmlformats.org/drawingml/2006/main">
              <a:ext uri="{FF2B5EF4-FFF2-40B4-BE49-F238E27FC236}">
                <a16:creationId xmlns:a16="http://schemas.microsoft.com/office/drawing/2014/main" id="{F7A8794E-E1EE-4C33-80AA-B580632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5248275"/>
            <a:ext cx="342900" cy="1295400"/>
          </a:xfrm>
          <a:custGeom xmlns:a="http://schemas.openxmlformats.org/drawingml/2006/main">
            <a:pathLst>
              <a:path w="342900" h="1295400">
                <a:moveTo>
                  <a:pt x="0" y="0"/>
                </a:moveTo>
                <a:lnTo>
                  <a:pt x="342900" y="284988"/>
                </a:lnTo>
                <a:lnTo>
                  <a:pt x="342900" y="1010412"/>
                </a:lnTo>
                <a:lnTo>
                  <a:pt x="0" y="1295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82" name="wire-322">
            <a:extLst xmlns:a="http://schemas.openxmlformats.org/drawingml/2006/main">
              <a:ext uri="{FF2B5EF4-FFF2-40B4-BE49-F238E27FC236}">
                <a16:creationId xmlns:a16="http://schemas.microsoft.com/office/drawing/2014/main" id="{84659091-388A-4DD1-AA89-9691B20CC1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78200" y="59055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3" name="wire-323">
            <a:extLst xmlns:a="http://schemas.openxmlformats.org/drawingml/2006/main">
              <a:ext uri="{FF2B5EF4-FFF2-40B4-BE49-F238E27FC236}">
                <a16:creationId xmlns:a16="http://schemas.microsoft.com/office/drawing/2014/main" id="{9B2EC6F8-194F-427D-9932-38D756DD3B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221075" y="72199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84" name="wire-324">
            <a:extLst xmlns:a="http://schemas.openxmlformats.org/drawingml/2006/main">
              <a:ext uri="{FF2B5EF4-FFF2-40B4-BE49-F238E27FC236}">
                <a16:creationId xmlns:a16="http://schemas.microsoft.com/office/drawing/2014/main" id="{4689FAFC-6D83-4CFD-95A6-E24036547E6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430625" y="6257925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85" name="wire-325">
            <a:extLst xmlns:a="http://schemas.openxmlformats.org/drawingml/2006/main">
              <a:ext uri="{FF2B5EF4-FFF2-40B4-BE49-F238E27FC236}">
                <a16:creationId xmlns:a16="http://schemas.microsoft.com/office/drawing/2014/main" id="{3BF20A00-80CA-4A9F-BE01-902E768584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430625" y="62579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6" name="text-326">
            <a:extLst xmlns:a="http://schemas.openxmlformats.org/drawingml/2006/main">
              <a:ext uri="{FF2B5EF4-FFF2-40B4-BE49-F238E27FC236}">
                <a16:creationId xmlns:a16="http://schemas.microsoft.com/office/drawing/2014/main" id="{21E00D4C-51FE-44BA-AC5C-83717D0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866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87" name="wire-327">
            <a:extLst xmlns:a="http://schemas.openxmlformats.org/drawingml/2006/main">
              <a:ext uri="{FF2B5EF4-FFF2-40B4-BE49-F238E27FC236}">
                <a16:creationId xmlns:a16="http://schemas.microsoft.com/office/drawing/2014/main" id="{1AC43C11-9020-453D-A3AA-27E5D4F1E2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335375" y="80200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88" name="wire-328">
            <a:extLst xmlns:a="http://schemas.openxmlformats.org/drawingml/2006/main">
              <a:ext uri="{FF2B5EF4-FFF2-40B4-BE49-F238E27FC236}">
                <a16:creationId xmlns:a16="http://schemas.microsoft.com/office/drawing/2014/main" id="{1356ED1F-1B84-4FCD-8138-18BA1DBABE2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830675" y="654367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89" name="text-329">
            <a:extLst xmlns:a="http://schemas.openxmlformats.org/drawingml/2006/main">
              <a:ext uri="{FF2B5EF4-FFF2-40B4-BE49-F238E27FC236}">
                <a16:creationId xmlns:a16="http://schemas.microsoft.com/office/drawing/2014/main" id="{6545DA50-AD07-4848-A321-5D55750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0581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bypass Zero/NaR</a:t>
            </a:r>
          </a:p>
        </p:txBody>
      </p:sp>
      <p:cxnSp>
        <p:nvCxnSpPr>
          <p:cNvPr id="90" name="wire-330">
            <a:extLst xmlns:a="http://schemas.openxmlformats.org/drawingml/2006/main">
              <a:ext uri="{FF2B5EF4-FFF2-40B4-BE49-F238E27FC236}">
                <a16:creationId xmlns:a16="http://schemas.microsoft.com/office/drawing/2014/main" id="{24DAC979-1F43-4CCA-B234-16E8035220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02125" y="5905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1" name="BANK-OPS_M0">
            <a:extLst xmlns:a="http://schemas.openxmlformats.org/drawingml/2006/main">
              <a:ext uri="{FF2B5EF4-FFF2-40B4-BE49-F238E27FC236}">
                <a16:creationId xmlns:a16="http://schemas.microsoft.com/office/drawing/2014/main" id="{674A5EA6-E352-44D1-93A9-DEC3E520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2638425"/>
            <a:ext cx="95250" cy="647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2" name="CLOCK-SQUARE-OPS_M0">
            <a:extLst xmlns:a="http://schemas.openxmlformats.org/drawingml/2006/main">
              <a:ext uri="{FF2B5EF4-FFF2-40B4-BE49-F238E27FC236}">
                <a16:creationId xmlns:a16="http://schemas.microsoft.com/office/drawing/2014/main" id="{2A7953A4-6711-4485-938A-03E1968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9115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3" name="CLOCK-EDGE-OPS_M0">
            <a:extLst xmlns:a="http://schemas.openxmlformats.org/drawingml/2006/main">
              <a:ext uri="{FF2B5EF4-FFF2-40B4-BE49-F238E27FC236}">
                <a16:creationId xmlns:a16="http://schemas.microsoft.com/office/drawing/2014/main" id="{D5D98470-210B-4581-A488-D04F5BA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911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4" name="text-331">
            <a:extLst xmlns:a="http://schemas.openxmlformats.org/drawingml/2006/main">
              <a:ext uri="{FF2B5EF4-FFF2-40B4-BE49-F238E27FC236}">
                <a16:creationId xmlns:a16="http://schemas.microsoft.com/office/drawing/2014/main" id="{047D861F-215C-43FA-8B0E-ABC1837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21812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S03 / M0</a:t>
            </a:r>
          </a:p>
        </p:txBody>
      </p:sp>
      <p:cxnSp>
        <p:nvCxnSpPr>
          <p:cNvPr id="95" name="wire-332">
            <a:extLst xmlns:a="http://schemas.openxmlformats.org/drawingml/2006/main">
              <a:ext uri="{FF2B5EF4-FFF2-40B4-BE49-F238E27FC236}">
                <a16:creationId xmlns:a16="http://schemas.microsoft.com/office/drawing/2014/main" id="{AB0C6EE7-CA0E-4B57-8CE4-3A1D459EDC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478375" y="5905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6" name="text-333">
            <a:extLst xmlns:a="http://schemas.openxmlformats.org/drawingml/2006/main">
              <a:ext uri="{FF2B5EF4-FFF2-40B4-BE49-F238E27FC236}">
                <a16:creationId xmlns:a16="http://schemas.microsoft.com/office/drawing/2014/main" id="{0B710452-42FC-4E4A-91FF-8391B54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647700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 / Y</a:t>
            </a:r>
          </a:p>
        </p:txBody>
      </p:sp>
      <p:sp>
        <p:nvSpPr>
          <p:cNvPr id="97" name="s3-o334">
            <a:extLst xmlns:a="http://schemas.openxmlformats.org/drawingml/2006/main">
              <a:ext uri="{FF2B5EF4-FFF2-40B4-BE49-F238E27FC236}">
                <a16:creationId xmlns:a16="http://schemas.microsoft.com/office/drawing/2014/main" id="{CA7E51B5-DAAF-427B-8488-FD23D46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8591550"/>
            <a:ext cx="4619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sfA + sfB, sA XOR sB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input_cut = OR(low14) ở approx</a:t>
            </a:r>
          </a:p>
        </p:txBody>
      </p:sp>
      <p:cxnSp>
        <p:nvCxnSpPr>
          <p:cNvPr id="98" name="wire-335">
            <a:extLst xmlns:a="http://schemas.openxmlformats.org/drawingml/2006/main">
              <a:ext uri="{FF2B5EF4-FFF2-40B4-BE49-F238E27FC236}">
                <a16:creationId xmlns:a16="http://schemas.microsoft.com/office/drawing/2014/main" id="{6C8A73BF-9F71-4B8C-8883-A34ED3AE66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4953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9" name="wire-336">
            <a:extLst xmlns:a="http://schemas.openxmlformats.org/drawingml/2006/main">
              <a:ext uri="{FF2B5EF4-FFF2-40B4-BE49-F238E27FC236}">
                <a16:creationId xmlns:a16="http://schemas.microsoft.com/office/drawing/2014/main" id="{489370D8-D75A-493F-9438-85EDD7D2FA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53800" y="4953000"/>
            <a:ext cx="0" cy="396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00" name="wire-337">
            <a:extLst xmlns:a="http://schemas.openxmlformats.org/drawingml/2006/main">
              <a:ext uri="{FF2B5EF4-FFF2-40B4-BE49-F238E27FC236}">
                <a16:creationId xmlns:a16="http://schemas.microsoft.com/office/drawing/2014/main" id="{A0650291-A542-44A4-9CC4-B587FCD00C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53800" y="89154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01" name="wire-338">
            <a:extLst xmlns:a="http://schemas.openxmlformats.org/drawingml/2006/main">
              <a:ext uri="{FF2B5EF4-FFF2-40B4-BE49-F238E27FC236}">
                <a16:creationId xmlns:a16="http://schemas.microsoft.com/office/drawing/2014/main" id="{88CADEA0-72FA-42C9-8491-FE414BD409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268700" y="89154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2" name="text-339">
            <a:extLst xmlns:a="http://schemas.openxmlformats.org/drawingml/2006/main">
              <a:ext uri="{FF2B5EF4-FFF2-40B4-BE49-F238E27FC236}">
                <a16:creationId xmlns:a16="http://schemas.microsoft.com/office/drawing/2014/main" id="{AF5D451D-9A1F-441E-ABCB-DFDCF53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277350"/>
            <a:ext cx="1666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Cùng cạnh M0: giữ C_context và metadata; không thêm tầng giữa popcount và Swap MUX</a:t>
            </a:r>
          </a:p>
        </p:txBody>
      </p:sp>
    </p:spTree>
    <p:extLst>
      <p:ext uri="{BB962C8B-B14F-4D97-AF65-F5344CB8AC3E}">
        <p14:creationId xmlns:p14="http://schemas.microsoft.com/office/powerpoint/2010/main" val="967896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text-340">
            <a:extLst xmlns:a="http://schemas.openxmlformats.org/drawingml/2006/main">
              <a:ext uri="{FF2B5EF4-FFF2-40B4-BE49-F238E27FC236}">
                <a16:creationId xmlns:a16="http://schemas.microsoft.com/office/drawing/2014/main" id="{EDA815B4-579A-4245-94B4-593F598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Lõi nhân lặp: M0, SAC, SBM dịch và SBM tích lũy</a:t>
            </a:r>
          </a:p>
        </p:txBody>
      </p:sp>
      <p:sp>
        <p:nvSpPr>
          <p:cNvPr id="2" name="text-341">
            <a:extLst xmlns:a="http://schemas.openxmlformats.org/drawingml/2006/main">
              <a:ext uri="{FF2B5EF4-FFF2-40B4-BE49-F238E27FC236}">
                <a16:creationId xmlns:a16="http://schemas.microsoft.com/office/drawing/2014/main" id="{6FD5BC90-3A6A-4D2C-9D27-F3B4C52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Posit(32,3): NF ACC_W=54 (EXACT_EN1), F ACC_W=16/Q14 (EXACT_EN0)</a:t>
            </a:r>
          </a:p>
        </p:txBody>
      </p:sp>
      <p:cxnSp>
        <p:nvCxnSpPr>
          <p:cNvPr id="3" name="wire-342">
            <a:extLst xmlns:a="http://schemas.openxmlformats.org/drawingml/2006/main">
              <a:ext uri="{FF2B5EF4-FFF2-40B4-BE49-F238E27FC236}">
                <a16:creationId xmlns:a16="http://schemas.microsoft.com/office/drawing/2014/main" id="{96759145-3E9F-408D-8A69-DC37741A0C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343">
            <a:extLst xmlns:a="http://schemas.openxmlformats.org/drawingml/2006/main">
              <a:ext uri="{FF2B5EF4-FFF2-40B4-BE49-F238E27FC236}">
                <a16:creationId xmlns:a16="http://schemas.microsoft.com/office/drawing/2014/main" id="{C5C1C92C-46C8-4FF6-9347-FE39D94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344">
            <a:extLst xmlns:a="http://schemas.openxmlformats.org/drawingml/2006/main">
              <a:ext uri="{FF2B5EF4-FFF2-40B4-BE49-F238E27FC236}">
                <a16:creationId xmlns:a16="http://schemas.microsoft.com/office/drawing/2014/main" id="{59DD7445-27DA-4F07-97F5-18C88E4C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cxnSp>
        <p:nvCxnSpPr>
          <p:cNvPr id="6" name="wire-345">
            <a:extLst xmlns:a="http://schemas.openxmlformats.org/drawingml/2006/main">
              <a:ext uri="{FF2B5EF4-FFF2-40B4-BE49-F238E27FC236}">
                <a16:creationId xmlns:a16="http://schemas.microsoft.com/office/drawing/2014/main" id="{D30B1402-8241-4C30-BC29-68E83D958B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2181225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7" name="wire-346">
            <a:extLst xmlns:a="http://schemas.openxmlformats.org/drawingml/2006/main">
              <a:ext uri="{FF2B5EF4-FFF2-40B4-BE49-F238E27FC236}">
                <a16:creationId xmlns:a16="http://schemas.microsoft.com/office/drawing/2014/main" id="{7B7C98A7-D197-4D02-BE55-3C090EA780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8" name="wire-347">
            <a:extLst xmlns:a="http://schemas.openxmlformats.org/drawingml/2006/main">
              <a:ext uri="{FF2B5EF4-FFF2-40B4-BE49-F238E27FC236}">
                <a16:creationId xmlns:a16="http://schemas.microsoft.com/office/drawing/2014/main" id="{A7517E93-481F-4B53-9D1F-E099D25B49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28875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9" name="text-348">
            <a:extLst xmlns:a="http://schemas.openxmlformats.org/drawingml/2006/main">
              <a:ext uri="{FF2B5EF4-FFF2-40B4-BE49-F238E27FC236}">
                <a16:creationId xmlns:a16="http://schemas.microsoft.com/office/drawing/2014/main" id="{BEE81663-BEA7-4DDD-B4FF-086E6362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M0: context</a:t>
            </a:r>
          </a:p>
        </p:txBody>
      </p:sp>
      <p:cxnSp>
        <p:nvCxnSpPr>
          <p:cNvPr id="10" name="wire-349">
            <a:extLst xmlns:a="http://schemas.openxmlformats.org/drawingml/2006/main">
              <a:ext uri="{FF2B5EF4-FFF2-40B4-BE49-F238E27FC236}">
                <a16:creationId xmlns:a16="http://schemas.microsoft.com/office/drawing/2014/main" id="{506B9B00-38A2-4156-92B7-3EBD2697C0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2181225"/>
            <a:ext cx="59150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1" name="wire-350">
            <a:extLst xmlns:a="http://schemas.openxmlformats.org/drawingml/2006/main">
              <a:ext uri="{FF2B5EF4-FFF2-40B4-BE49-F238E27FC236}">
                <a16:creationId xmlns:a16="http://schemas.microsoft.com/office/drawing/2014/main" id="{41D40A84-DFBE-4153-AC3F-3BDBE832C6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2" name="wire-351">
            <a:extLst xmlns:a="http://schemas.openxmlformats.org/drawingml/2006/main">
              <a:ext uri="{FF2B5EF4-FFF2-40B4-BE49-F238E27FC236}">
                <a16:creationId xmlns:a16="http://schemas.microsoft.com/office/drawing/2014/main" id="{60BCEA77-E1B2-44BF-9DF0-4CDA88DD4F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15400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3" name="text-352">
            <a:extLst xmlns:a="http://schemas.openxmlformats.org/drawingml/2006/main">
              <a:ext uri="{FF2B5EF4-FFF2-40B4-BE49-F238E27FC236}">
                <a16:creationId xmlns:a16="http://schemas.microsoft.com/office/drawing/2014/main" id="{5B4D0198-5F6E-4D01-B834-30AB3E5C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81175"/>
            <a:ext cx="591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L1: SAC + controller</a:t>
            </a:r>
          </a:p>
        </p:txBody>
      </p:sp>
      <p:cxnSp>
        <p:nvCxnSpPr>
          <p:cNvPr id="14" name="wire-353">
            <a:extLst xmlns:a="http://schemas.openxmlformats.org/drawingml/2006/main">
              <a:ext uri="{FF2B5EF4-FFF2-40B4-BE49-F238E27FC236}">
                <a16:creationId xmlns:a16="http://schemas.microsoft.com/office/drawing/2014/main" id="{1E143B01-CD61-4509-8AF1-F8779F874E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2181225"/>
            <a:ext cx="3381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5" name="wire-354">
            <a:extLst xmlns:a="http://schemas.openxmlformats.org/drawingml/2006/main">
              <a:ext uri="{FF2B5EF4-FFF2-40B4-BE49-F238E27FC236}">
                <a16:creationId xmlns:a16="http://schemas.microsoft.com/office/drawing/2014/main" id="{CDE29A2D-F3E2-4C52-8327-C5EF916DE6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6" name="wire-355">
            <a:extLst xmlns:a="http://schemas.openxmlformats.org/drawingml/2006/main">
              <a:ext uri="{FF2B5EF4-FFF2-40B4-BE49-F238E27FC236}">
                <a16:creationId xmlns:a16="http://schemas.microsoft.com/office/drawing/2014/main" id="{3D8FB139-955C-48F8-9F7E-83916FA33C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06375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7" name="text-356">
            <a:extLst xmlns:a="http://schemas.openxmlformats.org/drawingml/2006/main">
              <a:ext uri="{FF2B5EF4-FFF2-40B4-BE49-F238E27FC236}">
                <a16:creationId xmlns:a16="http://schemas.microsoft.com/office/drawing/2014/main" id="{860D53FC-F0D1-4D1E-B5BA-64C0CF6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811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L2: SBM dịch</a:t>
            </a:r>
          </a:p>
        </p:txBody>
      </p:sp>
      <p:cxnSp>
        <p:nvCxnSpPr>
          <p:cNvPr id="18" name="wire-357">
            <a:extLst xmlns:a="http://schemas.openxmlformats.org/drawingml/2006/main">
              <a:ext uri="{FF2B5EF4-FFF2-40B4-BE49-F238E27FC236}">
                <a16:creationId xmlns:a16="http://schemas.microsoft.com/office/drawing/2014/main" id="{AABEDAE1-9C4D-4FC3-A776-42288625A5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477875" y="2181225"/>
            <a:ext cx="3667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9" name="wire-358">
            <a:extLst xmlns:a="http://schemas.openxmlformats.org/drawingml/2006/main">
              <a:ext uri="{FF2B5EF4-FFF2-40B4-BE49-F238E27FC236}">
                <a16:creationId xmlns:a16="http://schemas.microsoft.com/office/drawing/2014/main" id="{B8131465-FF27-4E4D-888A-9A72274548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477875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20" name="wire-359">
            <a:extLst xmlns:a="http://schemas.openxmlformats.org/drawingml/2006/main">
              <a:ext uri="{FF2B5EF4-FFF2-40B4-BE49-F238E27FC236}">
                <a16:creationId xmlns:a16="http://schemas.microsoft.com/office/drawing/2014/main" id="{4C70B1CA-E16E-429B-896C-610C88AFAB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0" y="2181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21" name="text-360">
            <a:extLst xmlns:a="http://schemas.openxmlformats.org/drawingml/2006/main">
              <a:ext uri="{FF2B5EF4-FFF2-40B4-BE49-F238E27FC236}">
                <a16:creationId xmlns:a16="http://schemas.microsoft.com/office/drawing/2014/main" id="{916B2F97-5B52-4A23-B1FE-F30F798B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7811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L3: SBM tích lũy</a:t>
            </a:r>
          </a:p>
        </p:txBody>
      </p:sp>
      <p:sp>
        <p:nvSpPr>
          <p:cNvPr id="22" name="BANK-CORE_M0">
            <a:extLst xmlns:a="http://schemas.openxmlformats.org/drawingml/2006/main">
              <a:ext uri="{FF2B5EF4-FFF2-40B4-BE49-F238E27FC236}">
                <a16:creationId xmlns:a16="http://schemas.microsoft.com/office/drawing/2014/main" id="{27934B76-A2E9-4AAB-A591-88C1B95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3" name="CLOCK-SQUARE-CORE_M0">
            <a:extLst xmlns:a="http://schemas.openxmlformats.org/drawingml/2006/main">
              <a:ext uri="{FF2B5EF4-FFF2-40B4-BE49-F238E27FC236}">
                <a16:creationId xmlns:a16="http://schemas.microsoft.com/office/drawing/2014/main" id="{20848AE6-F037-416E-A6C6-A3C759E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34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4" name="CLOCK-EDGE-CORE_M0">
            <a:extLst xmlns:a="http://schemas.openxmlformats.org/drawingml/2006/main">
              <a:ext uri="{FF2B5EF4-FFF2-40B4-BE49-F238E27FC236}">
                <a16:creationId xmlns:a16="http://schemas.microsoft.com/office/drawing/2014/main" id="{479CFEBC-1250-46D0-8FBF-9036FF5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34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5" name="text-361">
            <a:extLst xmlns:a="http://schemas.openxmlformats.org/drawingml/2006/main">
              <a:ext uri="{FF2B5EF4-FFF2-40B4-BE49-F238E27FC236}">
                <a16:creationId xmlns:a16="http://schemas.microsoft.com/office/drawing/2014/main" id="{21035514-22D7-496A-9198-E5D50DE0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622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S03 / M0</a:t>
            </a:r>
          </a:p>
        </p:txBody>
      </p:sp>
      <p:sp>
        <p:nvSpPr>
          <p:cNvPr id="26" name="text-362">
            <a:extLst xmlns:a="http://schemas.openxmlformats.org/drawingml/2006/main">
              <a:ext uri="{FF2B5EF4-FFF2-40B4-BE49-F238E27FC236}">
                <a16:creationId xmlns:a16="http://schemas.microsoft.com/office/drawing/2014/main" id="{8F85BCE9-B8C5-4094-B7C0-DA87570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cxnSp>
        <p:nvCxnSpPr>
          <p:cNvPr id="27" name="wire-363">
            <a:extLst xmlns:a="http://schemas.openxmlformats.org/drawingml/2006/main">
              <a:ext uri="{FF2B5EF4-FFF2-40B4-BE49-F238E27FC236}">
                <a16:creationId xmlns:a16="http://schemas.microsoft.com/office/drawing/2014/main" id="{95150748-D6E0-4EFB-A030-975AD6C46C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8" name="text-364">
            <a:extLst xmlns:a="http://schemas.openxmlformats.org/drawingml/2006/main">
              <a:ext uri="{FF2B5EF4-FFF2-40B4-BE49-F238E27FC236}">
                <a16:creationId xmlns:a16="http://schemas.microsoft.com/office/drawing/2014/main" id="{FB3B6498-6F5D-42CD-B3BF-949E6C3F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292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Y, sign, sf, mode</a:t>
            </a:r>
          </a:p>
        </p:txBody>
      </p:sp>
      <p:cxnSp>
        <p:nvCxnSpPr>
          <p:cNvPr id="29" name="wire-365">
            <a:extLst xmlns:a="http://schemas.openxmlformats.org/drawingml/2006/main">
              <a:ext uri="{FF2B5EF4-FFF2-40B4-BE49-F238E27FC236}">
                <a16:creationId xmlns:a16="http://schemas.microsoft.com/office/drawing/2014/main" id="{57AE1F48-8B97-46D0-914B-882B0C8BC5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62484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0" name="s4-o366">
            <a:extLst xmlns:a="http://schemas.openxmlformats.org/drawingml/2006/main">
              <a:ext uri="{FF2B5EF4-FFF2-40B4-BE49-F238E27FC236}">
                <a16:creationId xmlns:a16="http://schemas.microsoft.com/office/drawing/2014/main" id="{699930EB-3161-4AFE-B101-87A0BA4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15906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LOD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leading_count</a:t>
            </a:r>
          </a:p>
        </p:txBody>
      </p:sp>
      <p:cxnSp>
        <p:nvCxnSpPr>
          <p:cNvPr id="31" name="wire-367">
            <a:extLst xmlns:a="http://schemas.openxmlformats.org/drawingml/2006/main">
              <a:ext uri="{FF2B5EF4-FFF2-40B4-BE49-F238E27FC236}">
                <a16:creationId xmlns:a16="http://schemas.microsoft.com/office/drawing/2014/main" id="{AA4904D9-6250-435D-BA4A-D5E36F5B5D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2" name="s4-o368">
            <a:extLst xmlns:a="http://schemas.openxmlformats.org/drawingml/2006/main">
              <a:ext uri="{FF2B5EF4-FFF2-40B4-BE49-F238E27FC236}">
                <a16:creationId xmlns:a16="http://schemas.microsoft.com/office/drawing/2014/main" id="{F4ECCA6B-3F52-410A-8E08-CA28636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384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3" name="text-369">
            <a:extLst xmlns:a="http://schemas.openxmlformats.org/drawingml/2006/main">
              <a:ext uri="{FF2B5EF4-FFF2-40B4-BE49-F238E27FC236}">
                <a16:creationId xmlns:a16="http://schemas.microsoft.com/office/drawing/2014/main" id="{8A79F9FD-323B-4E03-94E2-DC7CFF7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384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4" name="wire-370">
            <a:extLst xmlns:a="http://schemas.openxmlformats.org/drawingml/2006/main">
              <a:ext uri="{FF2B5EF4-FFF2-40B4-BE49-F238E27FC236}">
                <a16:creationId xmlns:a16="http://schemas.microsoft.com/office/drawing/2014/main" id="{C4769449-CB5C-4E28-B9CC-BAD633F727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33925" y="3381375"/>
            <a:ext cx="2066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5" name="text-371">
            <a:extLst xmlns:a="http://schemas.openxmlformats.org/drawingml/2006/main">
              <a:ext uri="{FF2B5EF4-FFF2-40B4-BE49-F238E27FC236}">
                <a16:creationId xmlns:a16="http://schemas.microsoft.com/office/drawing/2014/main" id="{A0EDDEB0-4DCB-4D46-9D7D-5125A63D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76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scale_q</a:t>
            </a:r>
          </a:p>
        </p:txBody>
      </p:sp>
      <p:cxnSp>
        <p:nvCxnSpPr>
          <p:cNvPr id="36" name="wire-372">
            <a:extLst xmlns:a="http://schemas.openxmlformats.org/drawingml/2006/main">
              <a:ext uri="{FF2B5EF4-FFF2-40B4-BE49-F238E27FC236}">
                <a16:creationId xmlns:a16="http://schemas.microsoft.com/office/drawing/2014/main" id="{4F73A99D-266F-4DF3-9EC1-4D653E1B32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417195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7" name="wire-373">
            <a:extLst xmlns:a="http://schemas.openxmlformats.org/drawingml/2006/main">
              <a:ext uri="{FF2B5EF4-FFF2-40B4-BE49-F238E27FC236}">
                <a16:creationId xmlns:a16="http://schemas.microsoft.com/office/drawing/2014/main" id="{2993A77D-9B08-4154-BF66-3817E9BBD27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91250" y="36766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8" name="wire-374">
            <a:extLst xmlns:a="http://schemas.openxmlformats.org/drawingml/2006/main">
              <a:ext uri="{FF2B5EF4-FFF2-40B4-BE49-F238E27FC236}">
                <a16:creationId xmlns:a16="http://schemas.microsoft.com/office/drawing/2014/main" id="{BD2B597E-4D58-466F-ACAD-7182E992B1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3676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9" name="text-375">
            <a:extLst xmlns:a="http://schemas.openxmlformats.org/drawingml/2006/main">
              <a:ext uri="{FF2B5EF4-FFF2-40B4-BE49-F238E27FC236}">
                <a16:creationId xmlns:a16="http://schemas.microsoft.com/office/drawing/2014/main" id="{12898CE3-1F8A-4869-AD34-91F9F6CA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98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carry-in = 1</a:t>
            </a:r>
          </a:p>
        </p:txBody>
      </p:sp>
      <p:cxnSp>
        <p:nvCxnSpPr>
          <p:cNvPr id="40" name="wire-376">
            <a:extLst xmlns:a="http://schemas.openxmlformats.org/drawingml/2006/main">
              <a:ext uri="{FF2B5EF4-FFF2-40B4-BE49-F238E27FC236}">
                <a16:creationId xmlns:a16="http://schemas.microsoft.com/office/drawing/2014/main" id="{4EDBCC17-A2DD-45E5-BD85-66139D4C1A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34225" y="29337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1" name="wire-377">
            <a:extLst xmlns:a="http://schemas.openxmlformats.org/drawingml/2006/main">
              <a:ext uri="{FF2B5EF4-FFF2-40B4-BE49-F238E27FC236}">
                <a16:creationId xmlns:a16="http://schemas.microsoft.com/office/drawing/2014/main" id="{B8B05C30-F4E9-43B1-ACF2-0F230AB9A7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67600" y="3381375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2" name="text-378">
            <a:extLst xmlns:a="http://schemas.openxmlformats.org/drawingml/2006/main">
              <a:ext uri="{FF2B5EF4-FFF2-40B4-BE49-F238E27FC236}">
                <a16:creationId xmlns:a16="http://schemas.microsoft.com/office/drawing/2014/main" id="{99EBA664-08C8-4D56-8A94-41CE6BB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scale_next</a:t>
            </a:r>
          </a:p>
        </p:txBody>
      </p:sp>
      <p:sp>
        <p:nvSpPr>
          <p:cNvPr id="43" name="s4-o379">
            <a:extLst xmlns:a="http://schemas.openxmlformats.org/drawingml/2006/main">
              <a:ext uri="{FF2B5EF4-FFF2-40B4-BE49-F238E27FC236}">
                <a16:creationId xmlns:a16="http://schemas.microsoft.com/office/drawing/2014/main" id="{FF469BEE-6E58-406D-B61B-CAB65B84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15906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Dịch cố định 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{fx[W−2:0],0}</a:t>
            </a:r>
          </a:p>
        </p:txBody>
      </p:sp>
      <p:sp>
        <p:nvSpPr>
          <p:cNvPr id="44" name="s4-o380">
            <a:extLst xmlns:a="http://schemas.openxmlformats.org/drawingml/2006/main">
              <a:ext uri="{FF2B5EF4-FFF2-40B4-BE49-F238E27FC236}">
                <a16:creationId xmlns:a16="http://schemas.microsoft.com/office/drawing/2014/main" id="{06F0EC35-0EF3-4B40-AC68-71E80C1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10150"/>
            <a:ext cx="18478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Barrel &lt;&lt; clz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fx_next</a:t>
            </a:r>
          </a:p>
        </p:txBody>
      </p:sp>
      <p:cxnSp>
        <p:nvCxnSpPr>
          <p:cNvPr id="45" name="wire-381">
            <a:extLst xmlns:a="http://schemas.openxmlformats.org/drawingml/2006/main">
              <a:ext uri="{FF2B5EF4-FFF2-40B4-BE49-F238E27FC236}">
                <a16:creationId xmlns:a16="http://schemas.microsoft.com/office/drawing/2014/main" id="{176A2409-242F-40E7-ABE8-3DF0DBF4F1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6" name="wire-382">
            <a:extLst xmlns:a="http://schemas.openxmlformats.org/drawingml/2006/main">
              <a:ext uri="{FF2B5EF4-FFF2-40B4-BE49-F238E27FC236}">
                <a16:creationId xmlns:a16="http://schemas.microsoft.com/office/drawing/2014/main" id="{B7F6224B-97F1-422F-9CE2-CB1FDE140F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67000" y="3381375"/>
            <a:ext cx="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7" name="wire-383">
            <a:extLst xmlns:a="http://schemas.openxmlformats.org/drawingml/2006/main">
              <a:ext uri="{FF2B5EF4-FFF2-40B4-BE49-F238E27FC236}">
                <a16:creationId xmlns:a16="http://schemas.microsoft.com/office/drawing/2014/main" id="{948C92B7-5B0E-438B-8810-9CEE4912F8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67000" y="5429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8" name="s4-o384">
            <a:extLst xmlns:a="http://schemas.openxmlformats.org/drawingml/2006/main">
              <a:ext uri="{FF2B5EF4-FFF2-40B4-BE49-F238E27FC236}">
                <a16:creationId xmlns:a16="http://schemas.microsoft.com/office/drawing/2014/main" id="{78FAE9DA-81CA-4301-AD06-D4411C3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9" name="wire-385">
            <a:extLst xmlns:a="http://schemas.openxmlformats.org/drawingml/2006/main">
              <a:ext uri="{FF2B5EF4-FFF2-40B4-BE49-F238E27FC236}">
                <a16:creationId xmlns:a16="http://schemas.microsoft.com/office/drawing/2014/main" id="{901F9422-18E1-49EC-AB75-1BDD3C0E21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33925" y="54292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0" name="wire-386">
            <a:extLst xmlns:a="http://schemas.openxmlformats.org/drawingml/2006/main">
              <a:ext uri="{FF2B5EF4-FFF2-40B4-BE49-F238E27FC236}">
                <a16:creationId xmlns:a16="http://schemas.microsoft.com/office/drawing/2014/main" id="{81CA22D2-06D6-48FD-BC76-108850644D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33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1" name="wire-387">
            <a:extLst xmlns:a="http://schemas.openxmlformats.org/drawingml/2006/main">
              <a:ext uri="{FF2B5EF4-FFF2-40B4-BE49-F238E27FC236}">
                <a16:creationId xmlns:a16="http://schemas.microsoft.com/office/drawing/2014/main" id="{6BE05CDE-738F-4E5D-AC7B-F4E7B2782E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0" y="3381375"/>
            <a:ext cx="0" cy="1400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2" name="wire-388">
            <a:extLst xmlns:a="http://schemas.openxmlformats.org/drawingml/2006/main">
              <a:ext uri="{FF2B5EF4-FFF2-40B4-BE49-F238E27FC236}">
                <a16:creationId xmlns:a16="http://schemas.microsoft.com/office/drawing/2014/main" id="{BCC24BA6-E808-4EEB-BA9B-1C791BC970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0" y="47815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3" name="wire-389">
            <a:extLst xmlns:a="http://schemas.openxmlformats.org/drawingml/2006/main">
              <a:ext uri="{FF2B5EF4-FFF2-40B4-BE49-F238E27FC236}">
                <a16:creationId xmlns:a16="http://schemas.microsoft.com/office/drawing/2014/main" id="{3434C714-3B70-4787-B9F9-86E77C04CA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57950" y="47815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4" name="s4-o390">
            <a:extLst xmlns:a="http://schemas.openxmlformats.org/drawingml/2006/main">
              <a:ext uri="{FF2B5EF4-FFF2-40B4-BE49-F238E27FC236}">
                <a16:creationId xmlns:a16="http://schemas.microsoft.com/office/drawing/2014/main" id="{08A63709-04CE-43F3-9EC0-5A3B0B9A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wire-391">
            <a:extLst xmlns:a="http://schemas.openxmlformats.org/drawingml/2006/main">
              <a:ext uri="{FF2B5EF4-FFF2-40B4-BE49-F238E27FC236}">
                <a16:creationId xmlns:a16="http://schemas.microsoft.com/office/drawing/2014/main" id="{8F4E3BAA-8ABD-4C0C-9FA0-D798FAD003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77125" y="5429250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6" name="wire-392">
            <a:extLst xmlns:a="http://schemas.openxmlformats.org/drawingml/2006/main">
              <a:ext uri="{FF2B5EF4-FFF2-40B4-BE49-F238E27FC236}">
                <a16:creationId xmlns:a16="http://schemas.microsoft.com/office/drawing/2014/main" id="{2493AD97-FDF8-4A6F-9289-E2D6789668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20100" y="5429250"/>
            <a:ext cx="0" cy="3162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7" name="wire-393">
            <a:extLst xmlns:a="http://schemas.openxmlformats.org/drawingml/2006/main">
              <a:ext uri="{FF2B5EF4-FFF2-40B4-BE49-F238E27FC236}">
                <a16:creationId xmlns:a16="http://schemas.microsoft.com/office/drawing/2014/main" id="{DCCBA056-B64A-4115-9CCF-25586E2B723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857375" y="8591550"/>
            <a:ext cx="6562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8" name="wire-394">
            <a:extLst xmlns:a="http://schemas.openxmlformats.org/drawingml/2006/main">
              <a:ext uri="{FF2B5EF4-FFF2-40B4-BE49-F238E27FC236}">
                <a16:creationId xmlns:a16="http://schemas.microsoft.com/office/drawing/2014/main" id="{2862D56A-0BA8-4EDC-ACCC-12411B198CB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80962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9" name="wire-395">
            <a:extLst xmlns:a="http://schemas.openxmlformats.org/drawingml/2006/main">
              <a:ext uri="{FF2B5EF4-FFF2-40B4-BE49-F238E27FC236}">
                <a16:creationId xmlns:a16="http://schemas.microsoft.com/office/drawing/2014/main" id="{B509FC18-2303-4F92-B47D-06F9894C38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57375" y="8096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0" name="text-396">
            <a:extLst xmlns:a="http://schemas.openxmlformats.org/drawingml/2006/main">
              <a:ext uri="{FF2B5EF4-FFF2-40B4-BE49-F238E27FC236}">
                <a16:creationId xmlns:a16="http://schemas.microsoft.com/office/drawing/2014/main" id="{3D833452-BB9E-41BE-9DA4-C6FE74E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667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fx_next: feedback về state SAC</a:t>
            </a:r>
          </a:p>
        </p:txBody>
      </p:sp>
      <p:sp>
        <p:nvSpPr>
          <p:cNvPr id="61" name="s4-o397">
            <a:extLst xmlns:a="http://schemas.openxmlformats.org/drawingml/2006/main">
              <a:ext uri="{FF2B5EF4-FFF2-40B4-BE49-F238E27FC236}">
                <a16:creationId xmlns:a16="http://schemas.microsoft.com/office/drawing/2014/main" id="{349274D0-93EB-4F29-8E12-7D2695FB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58025"/>
            <a:ext cx="17240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/ one-hot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exhausted</a:t>
            </a:r>
          </a:p>
        </p:txBody>
      </p:sp>
      <p:cxnSp>
        <p:nvCxnSpPr>
          <p:cNvPr id="62" name="wire-398">
            <a:extLst xmlns:a="http://schemas.openxmlformats.org/drawingml/2006/main">
              <a:ext uri="{FF2B5EF4-FFF2-40B4-BE49-F238E27FC236}">
                <a16:creationId xmlns:a16="http://schemas.microsoft.com/office/drawing/2014/main" id="{0F9F765E-5928-466C-BFBD-AE4260F588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67000" y="5429250"/>
            <a:ext cx="0" cy="2019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63" name="wire-399">
            <a:extLst xmlns:a="http://schemas.openxmlformats.org/drawingml/2006/main">
              <a:ext uri="{FF2B5EF4-FFF2-40B4-BE49-F238E27FC236}">
                <a16:creationId xmlns:a16="http://schemas.microsoft.com/office/drawing/2014/main" id="{53E10313-1E88-46B8-9A5A-75BAA9AE58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67000" y="7448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4" name="s4-o400">
            <a:extLst xmlns:a="http://schemas.openxmlformats.org/drawingml/2006/main">
              <a:ext uri="{FF2B5EF4-FFF2-40B4-BE49-F238E27FC236}">
                <a16:creationId xmlns:a16="http://schemas.microsoft.com/office/drawing/2014/main" id="{FED46317-7C42-4FC4-BF0A-8A4FD36C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400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4-o401">
            <a:extLst xmlns:a="http://schemas.openxmlformats.org/drawingml/2006/main">
              <a:ext uri="{FF2B5EF4-FFF2-40B4-BE49-F238E27FC236}">
                <a16:creationId xmlns:a16="http://schemas.microsoft.com/office/drawing/2014/main" id="{E3D3A24C-1789-4B18-BCA7-449E457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867525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count + limit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first / last / init_only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cut / iteration</a:t>
            </a:r>
          </a:p>
        </p:txBody>
      </p:sp>
      <p:cxnSp>
        <p:nvCxnSpPr>
          <p:cNvPr id="66" name="wire-402">
            <a:extLst xmlns:a="http://schemas.openxmlformats.org/drawingml/2006/main">
              <a:ext uri="{FF2B5EF4-FFF2-40B4-BE49-F238E27FC236}">
                <a16:creationId xmlns:a16="http://schemas.microsoft.com/office/drawing/2014/main" id="{8B16D28F-D284-4D88-9F56-9A3E66E8E4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67275" y="7448550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67" name="wire-403">
            <a:extLst xmlns:a="http://schemas.openxmlformats.org/drawingml/2006/main">
              <a:ext uri="{FF2B5EF4-FFF2-40B4-BE49-F238E27FC236}">
                <a16:creationId xmlns:a16="http://schemas.microsoft.com/office/drawing/2014/main" id="{91756711-7266-471B-A0B3-1BAF649B68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91500" y="74485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68" name="BANK-CORE_L1">
            <a:extLst xmlns:a="http://schemas.openxmlformats.org/drawingml/2006/main">
              <a:ext uri="{FF2B5EF4-FFF2-40B4-BE49-F238E27FC236}">
                <a16:creationId xmlns:a16="http://schemas.microsoft.com/office/drawing/2014/main" id="{04AE110A-F7A2-45BD-9C20-5CFC48FF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9" name="CLOCK-SQUARE-CORE_L1">
            <a:extLst xmlns:a="http://schemas.openxmlformats.org/drawingml/2006/main">
              <a:ext uri="{FF2B5EF4-FFF2-40B4-BE49-F238E27FC236}">
                <a16:creationId xmlns:a16="http://schemas.microsoft.com/office/drawing/2014/main" id="{382B4276-72FE-4787-8D65-A99A2AC5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34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0" name="CLOCK-EDGE-CORE_L1">
            <a:extLst xmlns:a="http://schemas.openxmlformats.org/drawingml/2006/main">
              <a:ext uri="{FF2B5EF4-FFF2-40B4-BE49-F238E27FC236}">
                <a16:creationId xmlns:a16="http://schemas.microsoft.com/office/drawing/2014/main" id="{466F2AD1-7B3C-48E7-AE22-F56C9B97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34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1" name="text-404">
            <a:extLst xmlns:a="http://schemas.openxmlformats.org/drawingml/2006/main">
              <a:ext uri="{FF2B5EF4-FFF2-40B4-BE49-F238E27FC236}">
                <a16:creationId xmlns:a16="http://schemas.microsoft.com/office/drawing/2014/main" id="{E1B143DD-2BA1-4635-B31B-72640A3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622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S04 / L1</a:t>
            </a:r>
          </a:p>
        </p:txBody>
      </p:sp>
      <p:sp>
        <p:nvSpPr>
          <p:cNvPr id="72" name="s4-o405">
            <a:extLst xmlns:a="http://schemas.openxmlformats.org/drawingml/2006/main">
              <a:ext uri="{FF2B5EF4-FFF2-40B4-BE49-F238E27FC236}">
                <a16:creationId xmlns:a16="http://schemas.microsoft.com/office/drawing/2014/main" id="{98001DF7-9260-4B28-BCF9-109AC09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2171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Y_base &gt;&gt; scale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FLOOR: term[1:0]=0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init_only: term=0</a:t>
            </a:r>
          </a:p>
        </p:txBody>
      </p:sp>
      <p:cxnSp>
        <p:nvCxnSpPr>
          <p:cNvPr id="73" name="wire-406">
            <a:extLst xmlns:a="http://schemas.openxmlformats.org/drawingml/2006/main">
              <a:ext uri="{FF2B5EF4-FFF2-40B4-BE49-F238E27FC236}">
                <a16:creationId xmlns:a16="http://schemas.microsoft.com/office/drawing/2014/main" id="{88FC27C4-21D2-444F-BFB4-924325DB23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53500" y="3381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4" name="wire-407">
            <a:extLst xmlns:a="http://schemas.openxmlformats.org/drawingml/2006/main">
              <a:ext uri="{FF2B5EF4-FFF2-40B4-BE49-F238E27FC236}">
                <a16:creationId xmlns:a16="http://schemas.microsoft.com/office/drawing/2014/main" id="{7E9C583E-CEDE-46C2-9911-2181154B4D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20250" y="33813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5" name="wire-408">
            <a:extLst xmlns:a="http://schemas.openxmlformats.org/drawingml/2006/main">
              <a:ext uri="{FF2B5EF4-FFF2-40B4-BE49-F238E27FC236}">
                <a16:creationId xmlns:a16="http://schemas.microsoft.com/office/drawing/2014/main" id="{17C2426E-3E79-4486-8EE5-295F65EB5B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20250" y="4191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6" name="wire-409">
            <a:extLst xmlns:a="http://schemas.openxmlformats.org/drawingml/2006/main">
              <a:ext uri="{FF2B5EF4-FFF2-40B4-BE49-F238E27FC236}">
                <a16:creationId xmlns:a16="http://schemas.microsoft.com/office/drawing/2014/main" id="{5E76966A-7E17-43C7-B96E-31074FE738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6248400"/>
            <a:ext cx="7524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7" name="wire-410">
            <a:extLst xmlns:a="http://schemas.openxmlformats.org/drawingml/2006/main">
              <a:ext uri="{FF2B5EF4-FFF2-40B4-BE49-F238E27FC236}">
                <a16:creationId xmlns:a16="http://schemas.microsoft.com/office/drawing/2014/main" id="{FB0C2A1E-ABBD-407D-AE16-CA30C7364C3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715500" y="4857750"/>
            <a:ext cx="0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8" name="wire-411">
            <a:extLst xmlns:a="http://schemas.openxmlformats.org/drawingml/2006/main">
              <a:ext uri="{FF2B5EF4-FFF2-40B4-BE49-F238E27FC236}">
                <a16:creationId xmlns:a16="http://schemas.microsoft.com/office/drawing/2014/main" id="{06192713-9D49-4B1B-8C76-19995FDDE4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0" y="4857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9" name="text-412">
            <a:extLst xmlns:a="http://schemas.openxmlformats.org/drawingml/2006/main">
              <a:ext uri="{FF2B5EF4-FFF2-40B4-BE49-F238E27FC236}">
                <a16:creationId xmlns:a16="http://schemas.microsoft.com/office/drawing/2014/main" id="{FA61FAEE-0F2E-4841-A02A-69880D1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10250"/>
            <a:ext cx="392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Y_base = Y &lt;&lt; 2 (approx)</a:t>
            </a:r>
          </a:p>
        </p:txBody>
      </p:sp>
      <p:sp>
        <p:nvSpPr>
          <p:cNvPr id="80" name="text-413">
            <a:extLst xmlns:a="http://schemas.openxmlformats.org/drawingml/2006/main">
              <a:ext uri="{FF2B5EF4-FFF2-40B4-BE49-F238E27FC236}">
                <a16:creationId xmlns:a16="http://schemas.microsoft.com/office/drawing/2014/main" id="{EDEDD96D-06A9-4C6F-B8A0-57144FEF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4103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NF exact: Y_base = Y &lt;&lt; 26</a:t>
            </a:r>
          </a:p>
        </p:txBody>
      </p:sp>
      <p:cxnSp>
        <p:nvCxnSpPr>
          <p:cNvPr id="81" name="wire-414">
            <a:extLst xmlns:a="http://schemas.openxmlformats.org/drawingml/2006/main">
              <a:ext uri="{FF2B5EF4-FFF2-40B4-BE49-F238E27FC236}">
                <a16:creationId xmlns:a16="http://schemas.microsoft.com/office/drawing/2014/main" id="{85495697-4B37-4A5F-8B50-740A494AFC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72950" y="45339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2" name="wire-415">
            <a:extLst xmlns:a="http://schemas.openxmlformats.org/drawingml/2006/main">
              <a:ext uri="{FF2B5EF4-FFF2-40B4-BE49-F238E27FC236}">
                <a16:creationId xmlns:a16="http://schemas.microsoft.com/office/drawing/2014/main" id="{417BDB87-29AD-4249-89A6-D942068141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72950" y="50101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83" name="wire-416">
            <a:extLst xmlns:a="http://schemas.openxmlformats.org/drawingml/2006/main">
              <a:ext uri="{FF2B5EF4-FFF2-40B4-BE49-F238E27FC236}">
                <a16:creationId xmlns:a16="http://schemas.microsoft.com/office/drawing/2014/main" id="{DF2E15C1-45A8-4D7C-B696-08CD7A18DD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06325" y="501015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84" name="wire-417">
            <a:extLst xmlns:a="http://schemas.openxmlformats.org/drawingml/2006/main">
              <a:ext uri="{FF2B5EF4-FFF2-40B4-BE49-F238E27FC236}">
                <a16:creationId xmlns:a16="http://schemas.microsoft.com/office/drawing/2014/main" id="{F4CB464A-30C9-4E30-B311-600F507A8B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06325" y="6819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85" name="text-418">
            <a:extLst xmlns:a="http://schemas.openxmlformats.org/drawingml/2006/main">
              <a:ext uri="{FF2B5EF4-FFF2-40B4-BE49-F238E27FC236}">
                <a16:creationId xmlns:a16="http://schemas.microsoft.com/office/drawing/2014/main" id="{AC6C8F0F-DED3-4F7D-90FD-7256BDF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term_tail</a:t>
            </a:r>
          </a:p>
        </p:txBody>
      </p:sp>
      <p:cxnSp>
        <p:nvCxnSpPr>
          <p:cNvPr id="86" name="wire-419">
            <a:extLst xmlns:a="http://schemas.openxmlformats.org/drawingml/2006/main">
              <a:ext uri="{FF2B5EF4-FFF2-40B4-BE49-F238E27FC236}">
                <a16:creationId xmlns:a16="http://schemas.microsoft.com/office/drawing/2014/main" id="{9BEC1CE8-B3E6-4376-877F-AC3E34B3E3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53500" y="74485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87" name="BANK-CORE_L2">
            <a:extLst xmlns:a="http://schemas.openxmlformats.org/drawingml/2006/main">
              <a:ext uri="{FF2B5EF4-FFF2-40B4-BE49-F238E27FC236}">
                <a16:creationId xmlns:a16="http://schemas.microsoft.com/office/drawing/2014/main" id="{7EDE97F8-54DE-493A-A5A7-80741BA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1940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8" name="CLOCK-SQUARE-CORE_L2">
            <a:extLst xmlns:a="http://schemas.openxmlformats.org/drawingml/2006/main">
              <a:ext uri="{FF2B5EF4-FFF2-40B4-BE49-F238E27FC236}">
                <a16:creationId xmlns:a16="http://schemas.microsoft.com/office/drawing/2014/main" id="{310B5B63-DB85-4CDF-870F-7213B61B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34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89" name="CLOCK-EDGE-CORE_L2">
            <a:extLst xmlns:a="http://schemas.openxmlformats.org/drawingml/2006/main">
              <a:ext uri="{FF2B5EF4-FFF2-40B4-BE49-F238E27FC236}">
                <a16:creationId xmlns:a16="http://schemas.microsoft.com/office/drawing/2014/main" id="{560A52F5-4332-4219-91A4-EED622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34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0" name="text-420">
            <a:extLst xmlns:a="http://schemas.openxmlformats.org/drawingml/2006/main">
              <a:ext uri="{FF2B5EF4-FFF2-40B4-BE49-F238E27FC236}">
                <a16:creationId xmlns:a16="http://schemas.microsoft.com/office/drawing/2014/main" id="{3E26667B-FFC9-44D2-B6DD-724DBB9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3622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S05 / L2</a:t>
            </a:r>
          </a:p>
        </p:txBody>
      </p:sp>
      <p:sp>
        <p:nvSpPr>
          <p:cNvPr id="91" name="FIRST_SEED_MUX-421">
            <a:extLst xmlns:a="http://schemas.openxmlformats.org/drawingml/2006/main">
              <a:ext uri="{FF2B5EF4-FFF2-40B4-BE49-F238E27FC236}">
                <a16:creationId xmlns:a16="http://schemas.microsoft.com/office/drawing/2014/main" id="{C2312319-18DB-4C16-B28D-7A418BA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133850"/>
            <a:ext cx="381000" cy="1333500"/>
          </a:xfrm>
          <a:custGeom xmlns:a="http://schemas.openxmlformats.org/drawingml/2006/main">
            <a:pathLst>
              <a:path w="381000" h="1333500">
                <a:moveTo>
                  <a:pt x="0" y="0"/>
                </a:moveTo>
                <a:lnTo>
                  <a:pt x="381000" y="293370"/>
                </a:lnTo>
                <a:lnTo>
                  <a:pt x="381000" y="104013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92" name="wire-422">
            <a:extLst xmlns:a="http://schemas.openxmlformats.org/drawingml/2006/main">
              <a:ext uri="{FF2B5EF4-FFF2-40B4-BE49-F238E27FC236}">
                <a16:creationId xmlns:a16="http://schemas.microsoft.com/office/drawing/2014/main" id="{66A42965-8D00-4CE6-A1BD-8921F6AA8B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0" y="6248400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3" name="wire-423">
            <a:extLst xmlns:a="http://schemas.openxmlformats.org/drawingml/2006/main">
              <a:ext uri="{FF2B5EF4-FFF2-40B4-BE49-F238E27FC236}">
                <a16:creationId xmlns:a16="http://schemas.microsoft.com/office/drawing/2014/main" id="{0C492470-804C-4CE0-96CC-64C0BAAA6C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430250" y="4457700"/>
            <a:ext cx="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4" name="wire-424">
            <a:extLst xmlns:a="http://schemas.openxmlformats.org/drawingml/2006/main">
              <a:ext uri="{FF2B5EF4-FFF2-40B4-BE49-F238E27FC236}">
                <a16:creationId xmlns:a16="http://schemas.microsoft.com/office/drawing/2014/main" id="{49777781-972D-4DA4-8949-1C5E43BF23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430250" y="44577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5" name="s4-o425">
            <a:extLst xmlns:a="http://schemas.openxmlformats.org/drawingml/2006/main">
              <a:ext uri="{FF2B5EF4-FFF2-40B4-BE49-F238E27FC236}">
                <a16:creationId xmlns:a16="http://schemas.microsoft.com/office/drawing/2014/main" id="{EC227739-5021-4927-8F93-41CF904A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219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4-o426">
            <a:extLst xmlns:a="http://schemas.openxmlformats.org/drawingml/2006/main">
              <a:ext uri="{FF2B5EF4-FFF2-40B4-BE49-F238E27FC236}">
                <a16:creationId xmlns:a16="http://schemas.microsoft.com/office/drawing/2014/main" id="{21D6EC57-3033-4F84-86DD-16BADD75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43338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7" name="text-427">
            <a:extLst xmlns:a="http://schemas.openxmlformats.org/drawingml/2006/main">
              <a:ext uri="{FF2B5EF4-FFF2-40B4-BE49-F238E27FC236}">
                <a16:creationId xmlns:a16="http://schemas.microsoft.com/office/drawing/2014/main" id="{F2098CAE-0D5C-44F3-B831-046CFC8D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4333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98" name="wire-428">
            <a:extLst xmlns:a="http://schemas.openxmlformats.org/drawingml/2006/main">
              <a:ext uri="{FF2B5EF4-FFF2-40B4-BE49-F238E27FC236}">
                <a16:creationId xmlns:a16="http://schemas.microsoft.com/office/drawing/2014/main" id="{31585F42-3F68-4828-A95D-BD4BF2C1CC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344650" y="48006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9" name="wire-429">
            <a:extLst xmlns:a="http://schemas.openxmlformats.org/drawingml/2006/main">
              <a:ext uri="{FF2B5EF4-FFF2-40B4-BE49-F238E27FC236}">
                <a16:creationId xmlns:a16="http://schemas.microsoft.com/office/drawing/2014/main" id="{CAFE748B-8E3B-431D-9238-AA6ACECA9A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4533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00" name="wire-430">
            <a:extLst xmlns:a="http://schemas.openxmlformats.org/drawingml/2006/main">
              <a:ext uri="{FF2B5EF4-FFF2-40B4-BE49-F238E27FC236}">
                <a16:creationId xmlns:a16="http://schemas.microsoft.com/office/drawing/2014/main" id="{7DACC125-207C-45DB-A88E-76FB91E32EC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239750" y="36195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01" name="wire-431">
            <a:extLst xmlns:a="http://schemas.openxmlformats.org/drawingml/2006/main">
              <a:ext uri="{FF2B5EF4-FFF2-40B4-BE49-F238E27FC236}">
                <a16:creationId xmlns:a16="http://schemas.microsoft.com/office/drawing/2014/main" id="{F2D8A9DC-5E9F-4DF0-BE62-F396164EB2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39750" y="3619500"/>
            <a:ext cx="2533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02" name="wire-432">
            <a:extLst xmlns:a="http://schemas.openxmlformats.org/drawingml/2006/main">
              <a:ext uri="{FF2B5EF4-FFF2-40B4-BE49-F238E27FC236}">
                <a16:creationId xmlns:a16="http://schemas.microsoft.com/office/drawing/2014/main" id="{B0F9E690-1941-44C8-BFA7-4411874C44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773400" y="36195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3" name="text-433">
            <a:extLst xmlns:a="http://schemas.openxmlformats.org/drawingml/2006/main">
              <a:ext uri="{FF2B5EF4-FFF2-40B4-BE49-F238E27FC236}">
                <a16:creationId xmlns:a16="http://schemas.microsoft.com/office/drawing/2014/main" id="{A3EC3FA9-AE53-4A7F-8692-4C7CEDB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31813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term</a:t>
            </a:r>
          </a:p>
        </p:txBody>
      </p:sp>
      <p:cxnSp>
        <p:nvCxnSpPr>
          <p:cNvPr id="104" name="wire-434">
            <a:extLst xmlns:a="http://schemas.openxmlformats.org/drawingml/2006/main">
              <a:ext uri="{FF2B5EF4-FFF2-40B4-BE49-F238E27FC236}">
                <a16:creationId xmlns:a16="http://schemas.microsoft.com/office/drawing/2014/main" id="{4EE45AD8-24DB-41CD-ACAB-D4DC271C78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54400" y="47148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5" name="BANK-CORE_L3">
            <a:extLst xmlns:a="http://schemas.openxmlformats.org/drawingml/2006/main">
              <a:ext uri="{FF2B5EF4-FFF2-40B4-BE49-F238E27FC236}">
                <a16:creationId xmlns:a16="http://schemas.microsoft.com/office/drawing/2014/main" id="{911FE514-008E-423B-9DB5-85C2440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281940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6" name="CLOCK-SQUARE-CORE_L3">
            <a:extLst xmlns:a="http://schemas.openxmlformats.org/drawingml/2006/main">
              <a:ext uri="{FF2B5EF4-FFF2-40B4-BE49-F238E27FC236}">
                <a16:creationId xmlns:a16="http://schemas.microsoft.com/office/drawing/2014/main" id="{9083D713-5EFE-411A-8C07-6679DB45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834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07" name="CLOCK-EDGE-CORE_L3">
            <a:extLst xmlns:a="http://schemas.openxmlformats.org/drawingml/2006/main">
              <a:ext uri="{FF2B5EF4-FFF2-40B4-BE49-F238E27FC236}">
                <a16:creationId xmlns:a16="http://schemas.microsoft.com/office/drawing/2014/main" id="{C8013B7D-05A4-4887-B940-A6C9B0CD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834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8" name="text-435">
            <a:extLst xmlns:a="http://schemas.openxmlformats.org/drawingml/2006/main">
              <a:ext uri="{FF2B5EF4-FFF2-40B4-BE49-F238E27FC236}">
                <a16:creationId xmlns:a16="http://schemas.microsoft.com/office/drawing/2014/main" id="{B45C73BA-8B00-4539-8C55-22DDF5FB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23622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S06 / L3</a:t>
            </a:r>
          </a:p>
        </p:txBody>
      </p:sp>
      <p:cxnSp>
        <p:nvCxnSpPr>
          <p:cNvPr id="109" name="wire-436">
            <a:extLst xmlns:a="http://schemas.openxmlformats.org/drawingml/2006/main">
              <a:ext uri="{FF2B5EF4-FFF2-40B4-BE49-F238E27FC236}">
                <a16:creationId xmlns:a16="http://schemas.microsoft.com/office/drawing/2014/main" id="{D8E3275C-E6F7-45AB-9DB8-1B2E57AC05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973550" y="4714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0" name="text-437">
            <a:extLst xmlns:a="http://schemas.openxmlformats.org/drawingml/2006/main">
              <a:ext uri="{FF2B5EF4-FFF2-40B4-BE49-F238E27FC236}">
                <a16:creationId xmlns:a16="http://schemas.microsoft.com/office/drawing/2014/main" id="{A91645F9-62F2-45EF-B198-410446F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4191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 / P̂</a:t>
            </a:r>
          </a:p>
        </p:txBody>
      </p:sp>
      <p:cxnSp>
        <p:nvCxnSpPr>
          <p:cNvPr id="111" name="wire-438">
            <a:extLst xmlns:a="http://schemas.openxmlformats.org/drawingml/2006/main">
              <a:ext uri="{FF2B5EF4-FFF2-40B4-BE49-F238E27FC236}">
                <a16:creationId xmlns:a16="http://schemas.microsoft.com/office/drawing/2014/main" id="{AEEE7953-7D19-46D0-8398-61EC600BD9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973550" y="47148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12" name="wire-439">
            <a:extLst xmlns:a="http://schemas.openxmlformats.org/drawingml/2006/main">
              <a:ext uri="{FF2B5EF4-FFF2-40B4-BE49-F238E27FC236}">
                <a16:creationId xmlns:a16="http://schemas.microsoft.com/office/drawing/2014/main" id="{D272342E-4C36-4077-BA09-B3D541BE57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0" y="4714875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13" name="wire-440">
            <a:extLst xmlns:a="http://schemas.openxmlformats.org/drawingml/2006/main">
              <a:ext uri="{FF2B5EF4-FFF2-40B4-BE49-F238E27FC236}">
                <a16:creationId xmlns:a16="http://schemas.microsoft.com/office/drawing/2014/main" id="{44CD6CD9-28B7-4D03-9FC9-24F8ED0DA3B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3601700" y="8620125"/>
            <a:ext cx="392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14" name="wire-441">
            <a:extLst xmlns:a="http://schemas.openxmlformats.org/drawingml/2006/main">
              <a:ext uri="{FF2B5EF4-FFF2-40B4-BE49-F238E27FC236}">
                <a16:creationId xmlns:a16="http://schemas.microsoft.com/office/drawing/2014/main" id="{1832D51F-5599-44E7-A8D7-FE339388D4E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01700" y="5143500"/>
            <a:ext cx="0" cy="3476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15" name="wire-442">
            <a:extLst xmlns:a="http://schemas.openxmlformats.org/drawingml/2006/main">
              <a:ext uri="{FF2B5EF4-FFF2-40B4-BE49-F238E27FC236}">
                <a16:creationId xmlns:a16="http://schemas.microsoft.com/office/drawing/2014/main" id="{61527C25-F02B-4277-BA49-888807289A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01700" y="5143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16" name="s4-o443">
            <a:extLst xmlns:a="http://schemas.openxmlformats.org/drawingml/2006/main">
              <a:ext uri="{FF2B5EF4-FFF2-40B4-BE49-F238E27FC236}">
                <a16:creationId xmlns:a16="http://schemas.microsoft.com/office/drawing/2014/main" id="{C16CBC14-25EB-4A7C-836A-1DD75600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25" y="4686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ext-444">
            <a:extLst xmlns:a="http://schemas.openxmlformats.org/drawingml/2006/main">
              <a:ext uri="{FF2B5EF4-FFF2-40B4-BE49-F238E27FC236}">
                <a16:creationId xmlns:a16="http://schemas.microsoft.com/office/drawing/2014/main" id="{C656922F-729B-4C94-8174-2CFFC8A0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648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acc_q feedback</a:t>
            </a:r>
          </a:p>
        </p:txBody>
      </p:sp>
      <p:cxnSp>
        <p:nvCxnSpPr>
          <p:cNvPr id="118" name="wire-445">
            <a:extLst xmlns:a="http://schemas.openxmlformats.org/drawingml/2006/main">
              <a:ext uri="{FF2B5EF4-FFF2-40B4-BE49-F238E27FC236}">
                <a16:creationId xmlns:a16="http://schemas.microsoft.com/office/drawing/2014/main" id="{8782CF05-1C65-407A-994D-891EDB5F0E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74485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119" name="wire-446">
            <a:extLst xmlns:a="http://schemas.openxmlformats.org/drawingml/2006/main">
              <a:ext uri="{FF2B5EF4-FFF2-40B4-BE49-F238E27FC236}">
                <a16:creationId xmlns:a16="http://schemas.microsoft.com/office/drawing/2014/main" id="{3B7F7F97-5D10-4DA2-933A-AD04F6448F5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154150" y="5467350"/>
            <a:ext cx="0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120" name="text-447">
            <a:extLst xmlns:a="http://schemas.openxmlformats.org/drawingml/2006/main">
              <a:ext uri="{FF2B5EF4-FFF2-40B4-BE49-F238E27FC236}">
                <a16:creationId xmlns:a16="http://schemas.microsoft.com/office/drawing/2014/main" id="{DD56B6EA-7CE9-411B-B10D-05868D2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62198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first</a:t>
            </a:r>
          </a:p>
        </p:txBody>
      </p:sp>
      <p:sp>
        <p:nvSpPr>
          <p:cNvPr id="121" name="text-448">
            <a:extLst xmlns:a="http://schemas.openxmlformats.org/drawingml/2006/main">
              <a:ext uri="{FF2B5EF4-FFF2-40B4-BE49-F238E27FC236}">
                <a16:creationId xmlns:a16="http://schemas.microsoft.com/office/drawing/2014/main" id="{FC919F53-773F-46A9-8C60-B4932EB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70770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last / cut / tail</a:t>
            </a:r>
          </a:p>
        </p:txBody>
      </p:sp>
      <p:cxnSp>
        <p:nvCxnSpPr>
          <p:cNvPr id="122" name="wire-449">
            <a:extLst xmlns:a="http://schemas.openxmlformats.org/drawingml/2006/main">
              <a:ext uri="{FF2B5EF4-FFF2-40B4-BE49-F238E27FC236}">
                <a16:creationId xmlns:a16="http://schemas.microsoft.com/office/drawing/2014/main" id="{A02EF465-0F16-454B-B562-894DBD6EFB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54150" y="7448550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123" name="s4-o450">
            <a:extLst xmlns:a="http://schemas.openxmlformats.org/drawingml/2006/main">
              <a:ext uri="{FF2B5EF4-FFF2-40B4-BE49-F238E27FC236}">
                <a16:creationId xmlns:a16="http://schemas.microsoft.com/office/drawing/2014/main" id="{52750B1E-91F6-44C2-8CE9-E8B2A122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741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ext-451">
            <a:extLst xmlns:a="http://schemas.openxmlformats.org/drawingml/2006/main">
              <a:ext uri="{FF2B5EF4-FFF2-40B4-BE49-F238E27FC236}">
                <a16:creationId xmlns:a16="http://schemas.microsoft.com/office/drawing/2014/main" id="{D84E0001-835E-4D7E-AA86-883B820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982075"/>
            <a:ext cx="10239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first=1: seed=Y_base     first=0: seed=acc_q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init_only=1: chỉ nạp Y_base, không cộng Y+Y</a:t>
            </a:r>
          </a:p>
        </p:txBody>
      </p:sp>
    </p:spTree>
    <p:extLst>
      <p:ext uri="{BB962C8B-B14F-4D97-AF65-F5344CB8AC3E}">
        <p14:creationId xmlns:p14="http://schemas.microsoft.com/office/powerpoint/2010/main" val="1721832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text-452">
            <a:extLst xmlns:a="http://schemas.openxmlformats.org/drawingml/2006/main">
              <a:ext uri="{FF2B5EF4-FFF2-40B4-BE49-F238E27FC236}">
                <a16:creationId xmlns:a16="http://schemas.microsoft.com/office/drawing/2014/main" id="{90D48973-0C1B-4E59-AFFA-B81D4C2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 non-fused: tích đã làm tròn trước phép cộng</a:t>
            </a:r>
          </a:p>
        </p:txBody>
      </p:sp>
      <p:sp>
        <p:nvSpPr>
          <p:cNvPr id="2" name="text-453">
            <a:extLst xmlns:a="http://schemas.openxmlformats.org/drawingml/2006/main">
              <a:ext uri="{FF2B5EF4-FFF2-40B4-BE49-F238E27FC236}">
                <a16:creationId xmlns:a16="http://schemas.microsoft.com/office/drawing/2014/main" id="{A98B3A0A-D288-4130-88E4-DBCF5D5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S07…S14, hai lần RNE; Posit(32,3), F=26, SF_W=11, FIN=53</a:t>
            </a:r>
          </a:p>
        </p:txBody>
      </p:sp>
      <p:cxnSp>
        <p:nvCxnSpPr>
          <p:cNvPr id="3" name="wire-454">
            <a:extLst xmlns:a="http://schemas.openxmlformats.org/drawingml/2006/main">
              <a:ext uri="{FF2B5EF4-FFF2-40B4-BE49-F238E27FC236}">
                <a16:creationId xmlns:a16="http://schemas.microsoft.com/office/drawing/2014/main" id="{DBCFBBC9-4E9E-47CC-9C9C-82DA6B449C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455">
            <a:extLst xmlns:a="http://schemas.openxmlformats.org/drawingml/2006/main">
              <a:ext uri="{FF2B5EF4-FFF2-40B4-BE49-F238E27FC236}">
                <a16:creationId xmlns:a16="http://schemas.microsoft.com/office/drawing/2014/main" id="{1DC01451-7EBD-4EBD-B912-06DAF0C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456">
            <a:extLst xmlns:a="http://schemas.openxmlformats.org/drawingml/2006/main">
              <a:ext uri="{FF2B5EF4-FFF2-40B4-BE49-F238E27FC236}">
                <a16:creationId xmlns:a16="http://schemas.microsoft.com/office/drawing/2014/main" id="{8B824A28-B496-4107-8088-4E5289E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cxnSp>
        <p:nvCxnSpPr>
          <p:cNvPr id="6" name="wire-457">
            <a:extLst xmlns:a="http://schemas.openxmlformats.org/drawingml/2006/main">
              <a:ext uri="{FF2B5EF4-FFF2-40B4-BE49-F238E27FC236}">
                <a16:creationId xmlns:a16="http://schemas.microsoft.com/office/drawing/2014/main" id="{99DAA056-DDCA-4E28-BAF7-26C242CEF5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" y="2390775"/>
            <a:ext cx="4019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7" name="wire-458">
            <a:extLst xmlns:a="http://schemas.openxmlformats.org/drawingml/2006/main">
              <a:ext uri="{FF2B5EF4-FFF2-40B4-BE49-F238E27FC236}">
                <a16:creationId xmlns:a16="http://schemas.microsoft.com/office/drawing/2014/main" id="{34A9A909-28EA-4375-8885-8B1395E52C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8" name="wire-459">
            <a:extLst xmlns:a="http://schemas.openxmlformats.org/drawingml/2006/main">
              <a:ext uri="{FF2B5EF4-FFF2-40B4-BE49-F238E27FC236}">
                <a16:creationId xmlns:a16="http://schemas.microsoft.com/office/drawing/2014/main" id="{9B7C8565-222E-4C5A-B259-4E784759C7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8630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9" name="text-460">
            <a:extLst xmlns:a="http://schemas.openxmlformats.org/drawingml/2006/main">
              <a:ext uri="{FF2B5EF4-FFF2-40B4-BE49-F238E27FC236}">
                <a16:creationId xmlns:a16="http://schemas.microsoft.com/office/drawing/2014/main" id="{6B4C747D-4388-470F-9D59-2262B3AB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 lần 1: tích P̂</a:t>
            </a:r>
          </a:p>
        </p:txBody>
      </p:sp>
      <p:cxnSp>
        <p:nvCxnSpPr>
          <p:cNvPr id="10" name="wire-461">
            <a:extLst xmlns:a="http://schemas.openxmlformats.org/drawingml/2006/main">
              <a:ext uri="{FF2B5EF4-FFF2-40B4-BE49-F238E27FC236}">
                <a16:creationId xmlns:a16="http://schemas.microsoft.com/office/drawing/2014/main" id="{0D9B702C-B58A-4FDB-AE73-B8772C006E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57750" y="2390775"/>
            <a:ext cx="8210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1" name="wire-462">
            <a:extLst xmlns:a="http://schemas.openxmlformats.org/drawingml/2006/main">
              <a:ext uri="{FF2B5EF4-FFF2-40B4-BE49-F238E27FC236}">
                <a16:creationId xmlns:a16="http://schemas.microsoft.com/office/drawing/2014/main" id="{2A422F55-EE87-4D90-9F96-7165A57E09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5775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2" name="wire-463">
            <a:extLst xmlns:a="http://schemas.openxmlformats.org/drawingml/2006/main">
              <a:ext uri="{FF2B5EF4-FFF2-40B4-BE49-F238E27FC236}">
                <a16:creationId xmlns:a16="http://schemas.microsoft.com/office/drawing/2014/main" id="{B67D7627-1855-4462-846B-2C495E5F6F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6830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3" name="text-464">
            <a:extLst xmlns:a="http://schemas.openxmlformats.org/drawingml/2006/main">
              <a:ext uri="{FF2B5EF4-FFF2-40B4-BE49-F238E27FC236}">
                <a16:creationId xmlns:a16="http://schemas.microsoft.com/office/drawing/2014/main" id="{647F35C8-9C85-46EB-B9A3-5D1D01D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9072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Giải mã tích + cộng C_eff</a:t>
            </a:r>
          </a:p>
        </p:txBody>
      </p:sp>
      <p:cxnSp>
        <p:nvCxnSpPr>
          <p:cNvPr id="14" name="wire-465">
            <a:extLst xmlns:a="http://schemas.openxmlformats.org/drawingml/2006/main">
              <a:ext uri="{FF2B5EF4-FFF2-40B4-BE49-F238E27FC236}">
                <a16:creationId xmlns:a16="http://schemas.microsoft.com/office/drawing/2014/main" id="{073CD803-28E4-4036-BCD1-7C27BD0EB5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39750" y="2390775"/>
            <a:ext cx="4019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5" name="wire-466">
            <a:extLst xmlns:a="http://schemas.openxmlformats.org/drawingml/2006/main">
              <a:ext uri="{FF2B5EF4-FFF2-40B4-BE49-F238E27FC236}">
                <a16:creationId xmlns:a16="http://schemas.microsoft.com/office/drawing/2014/main" id="{C9BE3F76-656E-4AB4-9939-34EA1C4124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23975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cxnSp>
        <p:nvCxnSpPr>
          <p:cNvPr id="16" name="wire-467">
            <a:extLst xmlns:a="http://schemas.openxmlformats.org/drawingml/2006/main">
              <a:ext uri="{FF2B5EF4-FFF2-40B4-BE49-F238E27FC236}">
                <a16:creationId xmlns:a16="http://schemas.microsoft.com/office/drawing/2014/main" id="{599EF29F-908C-45A9-A3FB-DFF0DCF7F0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259300" y="2390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62"/>
            </a:solidFill>
            <a:prstDash val="solid"/>
            <a:tailEnd type="none" w="med" len="med"/>
          </a:ln>
        </p:spPr>
      </p:cxnSp>
      <p:sp>
        <p:nvSpPr>
          <p:cNvPr id="17" name="text-468">
            <a:extLst xmlns:a="http://schemas.openxmlformats.org/drawingml/2006/main">
              <a:ext uri="{FF2B5EF4-FFF2-40B4-BE49-F238E27FC236}">
                <a16:creationId xmlns:a16="http://schemas.microsoft.com/office/drawing/2014/main" id="{64BE73D6-9ABB-4AED-B989-3043ABCD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907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 lần 2: tổng</a:t>
            </a:r>
          </a:p>
        </p:txBody>
      </p:sp>
      <p:sp>
        <p:nvSpPr>
          <p:cNvPr id="18" name="BANK-NF_TAIL_S7">
            <a:extLst xmlns:a="http://schemas.openxmlformats.org/drawingml/2006/main">
              <a:ext uri="{FF2B5EF4-FFF2-40B4-BE49-F238E27FC236}">
                <a16:creationId xmlns:a16="http://schemas.microsoft.com/office/drawing/2014/main" id="{75ADB7D9-338F-44C6-9E38-B682F4DE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9" name="CLOCK-SQUARE-NF_TAIL_S7">
            <a:extLst xmlns:a="http://schemas.openxmlformats.org/drawingml/2006/main">
              <a:ext uri="{FF2B5EF4-FFF2-40B4-BE49-F238E27FC236}">
                <a16:creationId xmlns:a16="http://schemas.microsoft.com/office/drawing/2014/main" id="{17DC485F-8006-4FFB-B7BB-AFC5637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0" name="CLOCK-EDGE-NF_TAIL_S7">
            <a:extLst xmlns:a="http://schemas.openxmlformats.org/drawingml/2006/main">
              <a:ext uri="{FF2B5EF4-FFF2-40B4-BE49-F238E27FC236}">
                <a16:creationId xmlns:a16="http://schemas.microsoft.com/office/drawing/2014/main" id="{42EC8982-3027-44E0-9FCB-96580A4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1" name="text-469">
            <a:extLst xmlns:a="http://schemas.openxmlformats.org/drawingml/2006/main">
              <a:ext uri="{FF2B5EF4-FFF2-40B4-BE49-F238E27FC236}">
                <a16:creationId xmlns:a16="http://schemas.microsoft.com/office/drawing/2014/main" id="{A87D7053-F12D-4CA6-86DA-B456F88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Norm + Prod P1</a:t>
            </a:r>
          </a:p>
        </p:txBody>
      </p:sp>
      <p:sp>
        <p:nvSpPr>
          <p:cNvPr id="22" name="BANK-NF_TAIL_S8">
            <a:extLst xmlns:a="http://schemas.openxmlformats.org/drawingml/2006/main">
              <a:ext uri="{FF2B5EF4-FFF2-40B4-BE49-F238E27FC236}">
                <a16:creationId xmlns:a16="http://schemas.microsoft.com/office/drawing/2014/main" id="{71780669-1BF4-4071-AFD6-29AF813F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3" name="CLOCK-SQUARE-NF_TAIL_S8">
            <a:extLst xmlns:a="http://schemas.openxmlformats.org/drawingml/2006/main">
              <a:ext uri="{FF2B5EF4-FFF2-40B4-BE49-F238E27FC236}">
                <a16:creationId xmlns:a16="http://schemas.microsoft.com/office/drawing/2014/main" id="{41A74F28-C84B-42FB-AF89-16866E4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4" name="CLOCK-EDGE-NF_TAIL_S8">
            <a:extLst xmlns:a="http://schemas.openxmlformats.org/drawingml/2006/main">
              <a:ext uri="{FF2B5EF4-FFF2-40B4-BE49-F238E27FC236}">
                <a16:creationId xmlns:a16="http://schemas.microsoft.com/office/drawing/2014/main" id="{78DCCB12-5A2F-4229-BD93-2BAF17C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5" name="text-470">
            <a:extLst xmlns:a="http://schemas.openxmlformats.org/drawingml/2006/main">
              <a:ext uri="{FF2B5EF4-FFF2-40B4-BE49-F238E27FC236}">
                <a16:creationId xmlns:a16="http://schemas.microsoft.com/office/drawing/2014/main" id="{A1E98587-C832-450D-905B-8A508C7A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S08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Prod P2</a:t>
            </a:r>
          </a:p>
        </p:txBody>
      </p:sp>
      <p:cxnSp>
        <p:nvCxnSpPr>
          <p:cNvPr id="26" name="wire-471">
            <a:extLst xmlns:a="http://schemas.openxmlformats.org/drawingml/2006/main">
              <a:ext uri="{FF2B5EF4-FFF2-40B4-BE49-F238E27FC236}">
                <a16:creationId xmlns:a16="http://schemas.microsoft.com/office/drawing/2014/main" id="{4504CE78-531B-4D7C-8A68-BC5AB14101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90800" y="4829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7" name="BANK-NF_TAIL_S9">
            <a:extLst xmlns:a="http://schemas.openxmlformats.org/drawingml/2006/main">
              <a:ext uri="{FF2B5EF4-FFF2-40B4-BE49-F238E27FC236}">
                <a16:creationId xmlns:a16="http://schemas.microsoft.com/office/drawing/2014/main" id="{6EE28F9E-2195-4A01-AE43-073A6BB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8" name="CLOCK-SQUARE-NF_TAIL_S9">
            <a:extLst xmlns:a="http://schemas.openxmlformats.org/drawingml/2006/main">
              <a:ext uri="{FF2B5EF4-FFF2-40B4-BE49-F238E27FC236}">
                <a16:creationId xmlns:a16="http://schemas.microsoft.com/office/drawing/2014/main" id="{D06CA872-28F9-46C0-A8D5-9C75998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9" name="CLOCK-EDGE-NF_TAIL_S9">
            <a:extLst xmlns:a="http://schemas.openxmlformats.org/drawingml/2006/main">
              <a:ext uri="{FF2B5EF4-FFF2-40B4-BE49-F238E27FC236}">
                <a16:creationId xmlns:a16="http://schemas.microsoft.com/office/drawing/2014/main" id="{B2B9B2C6-6F66-4303-8874-607D5C1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0" name="text-472">
            <a:extLst xmlns:a="http://schemas.openxmlformats.org/drawingml/2006/main">
              <a:ext uri="{FF2B5EF4-FFF2-40B4-BE49-F238E27FC236}">
                <a16:creationId xmlns:a16="http://schemas.microsoft.com/office/drawing/2014/main" id="{12D43130-F01D-49F7-BB4A-651E03D2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S09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 bank</a:t>
            </a:r>
          </a:p>
        </p:txBody>
      </p:sp>
      <p:cxnSp>
        <p:nvCxnSpPr>
          <p:cNvPr id="31" name="wire-473">
            <a:extLst xmlns:a="http://schemas.openxmlformats.org/drawingml/2006/main">
              <a:ext uri="{FF2B5EF4-FFF2-40B4-BE49-F238E27FC236}">
                <a16:creationId xmlns:a16="http://schemas.microsoft.com/office/drawing/2014/main" id="{1DDEDCE5-8BAC-4D64-9B2F-D103ADCC74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86300" y="48291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2" name="BANK-NF_TAIL_S10">
            <a:extLst xmlns:a="http://schemas.openxmlformats.org/drawingml/2006/main">
              <a:ext uri="{FF2B5EF4-FFF2-40B4-BE49-F238E27FC236}">
                <a16:creationId xmlns:a16="http://schemas.microsoft.com/office/drawing/2014/main" id="{B389EC07-35D1-45C4-9395-8DA9934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3" name="CLOCK-SQUARE-NF_TAIL_S10">
            <a:extLst xmlns:a="http://schemas.openxmlformats.org/drawingml/2006/main">
              <a:ext uri="{FF2B5EF4-FFF2-40B4-BE49-F238E27FC236}">
                <a16:creationId xmlns:a16="http://schemas.microsoft.com/office/drawing/2014/main" id="{D5994D05-9FFC-45AB-AAA4-29009D3A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4" name="CLOCK-EDGE-NF_TAIL_S10">
            <a:extLst xmlns:a="http://schemas.openxmlformats.org/drawingml/2006/main">
              <a:ext uri="{FF2B5EF4-FFF2-40B4-BE49-F238E27FC236}">
                <a16:creationId xmlns:a16="http://schemas.microsoft.com/office/drawing/2014/main" id="{1946BA7A-5927-422E-9F83-BBAF0E0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5" name="text-474">
            <a:extLst xmlns:a="http://schemas.openxmlformats.org/drawingml/2006/main">
              <a:ext uri="{FF2B5EF4-FFF2-40B4-BE49-F238E27FC236}">
                <a16:creationId xmlns:a16="http://schemas.microsoft.com/office/drawing/2014/main" id="{626EB5CC-4A47-421B-9D23-ED83213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S10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A1</a:t>
            </a:r>
          </a:p>
        </p:txBody>
      </p:sp>
      <p:cxnSp>
        <p:nvCxnSpPr>
          <p:cNvPr id="36" name="wire-475">
            <a:extLst xmlns:a="http://schemas.openxmlformats.org/drawingml/2006/main">
              <a:ext uri="{FF2B5EF4-FFF2-40B4-BE49-F238E27FC236}">
                <a16:creationId xmlns:a16="http://schemas.microsoft.com/office/drawing/2014/main" id="{A9F453DF-97BD-4A21-B6F2-3771B91AC2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81800" y="48291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7" name="BANK-NF_TAIL_S11">
            <a:extLst xmlns:a="http://schemas.openxmlformats.org/drawingml/2006/main">
              <a:ext uri="{FF2B5EF4-FFF2-40B4-BE49-F238E27FC236}">
                <a16:creationId xmlns:a16="http://schemas.microsoft.com/office/drawing/2014/main" id="{95E58661-F89D-4985-A26D-C1B3F7D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8" name="CLOCK-SQUARE-NF_TAIL_S11">
            <a:extLst xmlns:a="http://schemas.openxmlformats.org/drawingml/2006/main">
              <a:ext uri="{FF2B5EF4-FFF2-40B4-BE49-F238E27FC236}">
                <a16:creationId xmlns:a16="http://schemas.microsoft.com/office/drawing/2014/main" id="{C76BE8F5-D493-4A59-B332-9EF4FB6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9" name="CLOCK-EDGE-NF_TAIL_S11">
            <a:extLst xmlns:a="http://schemas.openxmlformats.org/drawingml/2006/main">
              <a:ext uri="{FF2B5EF4-FFF2-40B4-BE49-F238E27FC236}">
                <a16:creationId xmlns:a16="http://schemas.microsoft.com/office/drawing/2014/main" id="{25013400-679C-435F-9430-AB8ADE0F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0" name="text-476">
            <a:extLst xmlns:a="http://schemas.openxmlformats.org/drawingml/2006/main">
              <a:ext uri="{FF2B5EF4-FFF2-40B4-BE49-F238E27FC236}">
                <a16:creationId xmlns:a16="http://schemas.microsoft.com/office/drawing/2014/main" id="{CE1A30DD-F9A1-46A8-AAE2-34421EF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A2</a:t>
            </a:r>
          </a:p>
        </p:txBody>
      </p:sp>
      <p:cxnSp>
        <p:nvCxnSpPr>
          <p:cNvPr id="41" name="wire-477">
            <a:extLst xmlns:a="http://schemas.openxmlformats.org/drawingml/2006/main">
              <a:ext uri="{FF2B5EF4-FFF2-40B4-BE49-F238E27FC236}">
                <a16:creationId xmlns:a16="http://schemas.microsoft.com/office/drawing/2014/main" id="{99FE70BE-ACF8-4EE8-AB8D-E90A4C37D8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77300" y="48291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2" name="BANK-NF_TAIL_S12">
            <a:extLst xmlns:a="http://schemas.openxmlformats.org/drawingml/2006/main">
              <a:ext uri="{FF2B5EF4-FFF2-40B4-BE49-F238E27FC236}">
                <a16:creationId xmlns:a16="http://schemas.microsoft.com/office/drawing/2014/main" id="{FB3F006D-82D6-4305-AFBE-7AB08050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3" name="CLOCK-SQUARE-NF_TAIL_S12">
            <a:extLst xmlns:a="http://schemas.openxmlformats.org/drawingml/2006/main">
              <a:ext uri="{FF2B5EF4-FFF2-40B4-BE49-F238E27FC236}">
                <a16:creationId xmlns:a16="http://schemas.microsoft.com/office/drawing/2014/main" id="{6E8DA53E-F0BA-43C9-B45F-E9377133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4" name="CLOCK-EDGE-NF_TAIL_S12">
            <a:extLst xmlns:a="http://schemas.openxmlformats.org/drawingml/2006/main">
              <a:ext uri="{FF2B5EF4-FFF2-40B4-BE49-F238E27FC236}">
                <a16:creationId xmlns:a16="http://schemas.microsoft.com/office/drawing/2014/main" id="{A8F70ADF-EE1F-4000-BFD8-253D2213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5" name="text-478">
            <a:extLst xmlns:a="http://schemas.openxmlformats.org/drawingml/2006/main">
              <a:ext uri="{FF2B5EF4-FFF2-40B4-BE49-F238E27FC236}">
                <a16:creationId xmlns:a16="http://schemas.microsoft.com/office/drawing/2014/main" id="{FA9FA390-2DF0-476F-9596-7BC6223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A3</a:t>
            </a:r>
          </a:p>
        </p:txBody>
      </p:sp>
      <p:cxnSp>
        <p:nvCxnSpPr>
          <p:cNvPr id="46" name="wire-479">
            <a:extLst xmlns:a="http://schemas.openxmlformats.org/drawingml/2006/main">
              <a:ext uri="{FF2B5EF4-FFF2-40B4-BE49-F238E27FC236}">
                <a16:creationId xmlns:a16="http://schemas.microsoft.com/office/drawing/2014/main" id="{FACAC0AD-55A9-4BF5-85E5-7DB18BFD74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72800" y="48291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7" name="BANK-NF_TAIL_S13">
            <a:extLst xmlns:a="http://schemas.openxmlformats.org/drawingml/2006/main">
              <a:ext uri="{FF2B5EF4-FFF2-40B4-BE49-F238E27FC236}">
                <a16:creationId xmlns:a16="http://schemas.microsoft.com/office/drawing/2014/main" id="{4E8A86A9-DD9B-4506-BAF8-FF721CC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8" name="CLOCK-SQUARE-NF_TAIL_S13">
            <a:extLst xmlns:a="http://schemas.openxmlformats.org/drawingml/2006/main">
              <a:ext uri="{FF2B5EF4-FFF2-40B4-BE49-F238E27FC236}">
                <a16:creationId xmlns:a16="http://schemas.microsoft.com/office/drawing/2014/main" id="{A768E327-B812-42FC-AFD5-724F9A69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9" name="CLOCK-EDGE-NF_TAIL_S13">
            <a:extLst xmlns:a="http://schemas.openxmlformats.org/drawingml/2006/main">
              <a:ext uri="{FF2B5EF4-FFF2-40B4-BE49-F238E27FC236}">
                <a16:creationId xmlns:a16="http://schemas.microsoft.com/office/drawing/2014/main" id="{585FBD01-2BF1-4C18-BED6-08EB7367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0" name="text-480">
            <a:extLst xmlns:a="http://schemas.openxmlformats.org/drawingml/2006/main">
              <a:ext uri="{FF2B5EF4-FFF2-40B4-BE49-F238E27FC236}">
                <a16:creationId xmlns:a16="http://schemas.microsoft.com/office/drawing/2014/main" id="{7CDCB02F-8501-40FE-9943-371F8B1F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S13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P1</a:t>
            </a:r>
          </a:p>
        </p:txBody>
      </p:sp>
      <p:cxnSp>
        <p:nvCxnSpPr>
          <p:cNvPr id="51" name="wire-481">
            <a:extLst xmlns:a="http://schemas.openxmlformats.org/drawingml/2006/main">
              <a:ext uri="{FF2B5EF4-FFF2-40B4-BE49-F238E27FC236}">
                <a16:creationId xmlns:a16="http://schemas.microsoft.com/office/drawing/2014/main" id="{85E3813D-8DEC-4949-8741-8FA1339181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68300" y="48291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2" name="BANK-NF_TAIL_S14">
            <a:extLst xmlns:a="http://schemas.openxmlformats.org/drawingml/2006/main">
              <a:ext uri="{FF2B5EF4-FFF2-40B4-BE49-F238E27FC236}">
                <a16:creationId xmlns:a16="http://schemas.microsoft.com/office/drawing/2014/main" id="{286942F5-D25B-4B61-A9FB-63C5DD82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3495675"/>
            <a:ext cx="95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3" name="CLOCK-SQUARE-NF_TAIL_S14">
            <a:extLst xmlns:a="http://schemas.openxmlformats.org/drawingml/2006/main">
              <a:ext uri="{FF2B5EF4-FFF2-40B4-BE49-F238E27FC236}">
                <a16:creationId xmlns:a16="http://schemas.microsoft.com/office/drawing/2014/main" id="{8686F60C-6E3E-4C73-8F1B-C594CA6F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676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4" name="CLOCK-EDGE-NF_TAIL_S14">
            <a:extLst xmlns:a="http://schemas.openxmlformats.org/drawingml/2006/main">
              <a:ext uri="{FF2B5EF4-FFF2-40B4-BE49-F238E27FC236}">
                <a16:creationId xmlns:a16="http://schemas.microsoft.com/office/drawing/2014/main" id="{1B42EFB8-3F7E-4169-B54C-BDE7BA01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5" name="text-482">
            <a:extLst xmlns:a="http://schemas.openxmlformats.org/drawingml/2006/main">
              <a:ext uri="{FF2B5EF4-FFF2-40B4-BE49-F238E27FC236}">
                <a16:creationId xmlns:a16="http://schemas.microsoft.com/office/drawing/2014/main" id="{7B746BF0-B68A-411E-AF3D-87E7C38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2657475"/>
            <a:ext cx="1933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S14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P2</a:t>
            </a:r>
          </a:p>
        </p:txBody>
      </p:sp>
      <p:cxnSp>
        <p:nvCxnSpPr>
          <p:cNvPr id="56" name="wire-483">
            <a:extLst xmlns:a="http://schemas.openxmlformats.org/drawingml/2006/main">
              <a:ext uri="{FF2B5EF4-FFF2-40B4-BE49-F238E27FC236}">
                <a16:creationId xmlns:a16="http://schemas.microsoft.com/office/drawing/2014/main" id="{113AA2F0-2B9D-4D78-804C-DDEE36E4F4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163800" y="4829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7" name="s5-o484">
            <a:extLst xmlns:a="http://schemas.openxmlformats.org/drawingml/2006/main">
              <a:ext uri="{FF2B5EF4-FFF2-40B4-BE49-F238E27FC236}">
                <a16:creationId xmlns:a16="http://schemas.microsoft.com/office/drawing/2014/main" id="{0213F51B-31F9-48A3-938C-ECD30CB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Carry: sf+1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Giữ magnitude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prep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mag / GRS</a:t>
            </a:r>
          </a:p>
        </p:txBody>
      </p:sp>
      <p:cxnSp>
        <p:nvCxnSpPr>
          <p:cNvPr id="58" name="wire-485">
            <a:extLst xmlns:a="http://schemas.openxmlformats.org/drawingml/2006/main">
              <a:ext uri="{FF2B5EF4-FFF2-40B4-BE49-F238E27FC236}">
                <a16:creationId xmlns:a16="http://schemas.microsoft.com/office/drawing/2014/main" id="{CB2DA755-727E-4D79-8180-92991A773F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8600" y="48291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9" name="wire-486">
            <a:extLst xmlns:a="http://schemas.openxmlformats.org/drawingml/2006/main">
              <a:ext uri="{FF2B5EF4-FFF2-40B4-BE49-F238E27FC236}">
                <a16:creationId xmlns:a16="http://schemas.microsoft.com/office/drawing/2014/main" id="{B6CD35B1-D636-472B-A8E9-0B2DFABF9B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4829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0" name="text-487">
            <a:extLst xmlns:a="http://schemas.openxmlformats.org/drawingml/2006/main">
              <a:ext uri="{FF2B5EF4-FFF2-40B4-BE49-F238E27FC236}">
                <a16:creationId xmlns:a16="http://schemas.microsoft.com/office/drawing/2014/main" id="{2437FFD9-30A6-4F3B-8F14-A61B1501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2862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P̂</a:t>
            </a:r>
          </a:p>
        </p:txBody>
      </p:sp>
      <p:sp>
        <p:nvSpPr>
          <p:cNvPr id="61" name="s5-o488">
            <a:extLst xmlns:a="http://schemas.openxmlformats.org/drawingml/2006/main">
              <a:ext uri="{FF2B5EF4-FFF2-40B4-BE49-F238E27FC236}">
                <a16:creationId xmlns:a16="http://schemas.microsoft.com/office/drawing/2014/main" id="{5556AB53-B1F4-4550-9246-F85DBA2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43425"/>
            <a:ext cx="600075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2" name="text-489">
            <a:extLst xmlns:a="http://schemas.openxmlformats.org/drawingml/2006/main">
              <a:ext uri="{FF2B5EF4-FFF2-40B4-BE49-F238E27FC236}">
                <a16:creationId xmlns:a16="http://schemas.microsoft.com/office/drawing/2014/main" id="{C50646A6-3628-420F-9927-E78743C2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43425"/>
            <a:ext cx="600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3" name="text-490">
            <a:extLst xmlns:a="http://schemas.openxmlformats.org/drawingml/2006/main">
              <a:ext uri="{FF2B5EF4-FFF2-40B4-BE49-F238E27FC236}">
                <a16:creationId xmlns:a16="http://schemas.microsoft.com/office/drawing/2014/main" id="{580C87DD-BDA7-4923-9A9A-4735C9E2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inc</a:t>
            </a:r>
          </a:p>
        </p:txBody>
      </p:sp>
      <p:cxnSp>
        <p:nvCxnSpPr>
          <p:cNvPr id="64" name="wire-491">
            <a:extLst xmlns:a="http://schemas.openxmlformats.org/drawingml/2006/main">
              <a:ext uri="{FF2B5EF4-FFF2-40B4-BE49-F238E27FC236}">
                <a16:creationId xmlns:a16="http://schemas.microsoft.com/office/drawing/2014/main" id="{14139FD3-239F-4C06-B204-3C62F231C0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33725" y="43243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65" name="PRODUCT_SPECIAL_MUX-492">
            <a:extLst xmlns:a="http://schemas.openxmlformats.org/drawingml/2006/main">
              <a:ext uri="{FF2B5EF4-FFF2-40B4-BE49-F238E27FC236}">
                <a16:creationId xmlns:a16="http://schemas.microsoft.com/office/drawing/2014/main" id="{DD790F5F-5603-4423-90B7-9629AC2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33375" cy="1352550"/>
          </a:xfrm>
          <a:custGeom xmlns:a="http://schemas.openxmlformats.org/drawingml/2006/main">
            <a:pathLst>
              <a:path w="333375" h="1352550">
                <a:moveTo>
                  <a:pt x="0" y="0"/>
                </a:moveTo>
                <a:lnTo>
                  <a:pt x="333375" y="297561"/>
                </a:lnTo>
                <a:lnTo>
                  <a:pt x="333375" y="1054989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66" name="text-493">
            <a:extLst xmlns:a="http://schemas.openxmlformats.org/drawingml/2006/main">
              <a:ext uri="{FF2B5EF4-FFF2-40B4-BE49-F238E27FC236}">
                <a16:creationId xmlns:a16="http://schemas.microsoft.com/office/drawing/2014/main" id="{E217E780-8164-4119-B379-E69BAE1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95700"/>
            <a:ext cx="44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sel</a:t>
            </a:r>
          </a:p>
        </p:txBody>
      </p:sp>
      <p:cxnSp>
        <p:nvCxnSpPr>
          <p:cNvPr id="67" name="wire-494">
            <a:extLst xmlns:a="http://schemas.openxmlformats.org/drawingml/2006/main">
              <a:ext uri="{FF2B5EF4-FFF2-40B4-BE49-F238E27FC236}">
                <a16:creationId xmlns:a16="http://schemas.microsoft.com/office/drawing/2014/main" id="{BCB51DAE-2207-46B8-80FA-6E1DA12970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48125" y="40100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68" name="wire-495">
            <a:extLst xmlns:a="http://schemas.openxmlformats.org/drawingml/2006/main">
              <a:ext uri="{FF2B5EF4-FFF2-40B4-BE49-F238E27FC236}">
                <a16:creationId xmlns:a16="http://schemas.microsoft.com/office/drawing/2014/main" id="{9921F300-154C-4251-BAA0-167251DDFD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38525" y="48291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9" name="wire-496">
            <a:extLst xmlns:a="http://schemas.openxmlformats.org/drawingml/2006/main">
              <a:ext uri="{FF2B5EF4-FFF2-40B4-BE49-F238E27FC236}">
                <a16:creationId xmlns:a16="http://schemas.microsoft.com/office/drawing/2014/main" id="{5D034632-4C52-4846-92AE-87F02F543B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43300" y="5857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0" name="wire-497">
            <a:extLst xmlns:a="http://schemas.openxmlformats.org/drawingml/2006/main">
              <a:ext uri="{FF2B5EF4-FFF2-40B4-BE49-F238E27FC236}">
                <a16:creationId xmlns:a16="http://schemas.microsoft.com/office/drawing/2014/main" id="{C7B83C34-FEB3-45F5-9597-2182355003D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695700" y="52768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71" name="wire-498">
            <a:extLst xmlns:a="http://schemas.openxmlformats.org/drawingml/2006/main">
              <a:ext uri="{FF2B5EF4-FFF2-40B4-BE49-F238E27FC236}">
                <a16:creationId xmlns:a16="http://schemas.microsoft.com/office/drawing/2014/main" id="{15247C8B-7353-43D4-8311-B7F00EC80A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95700" y="5276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2" name="text-499">
            <a:extLst xmlns:a="http://schemas.openxmlformats.org/drawingml/2006/main">
              <a:ext uri="{FF2B5EF4-FFF2-40B4-BE49-F238E27FC236}">
                <a16:creationId xmlns:a16="http://schemas.microsoft.com/office/drawing/2014/main" id="{749A807A-AAC0-47B4-9C29-33F3983D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102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/ NaR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min / max</a:t>
            </a:r>
          </a:p>
        </p:txBody>
      </p:sp>
      <p:cxnSp>
        <p:nvCxnSpPr>
          <p:cNvPr id="73" name="wire-500">
            <a:extLst xmlns:a="http://schemas.openxmlformats.org/drawingml/2006/main">
              <a:ext uri="{FF2B5EF4-FFF2-40B4-BE49-F238E27FC236}">
                <a16:creationId xmlns:a16="http://schemas.microsoft.com/office/drawing/2014/main" id="{90AD16BC-F6B9-4A15-8BBF-FF9995FADA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19575" y="48291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4" name="text-501">
            <a:extLst xmlns:a="http://schemas.openxmlformats.org/drawingml/2006/main">
              <a:ext uri="{FF2B5EF4-FFF2-40B4-BE49-F238E27FC236}">
                <a16:creationId xmlns:a16="http://schemas.microsoft.com/office/drawing/2014/main" id="{A09D4F98-7AC7-423F-A4FE-9A9D68D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337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 magnitude</a:t>
            </a:r>
          </a:p>
        </p:txBody>
      </p:sp>
      <p:sp>
        <p:nvSpPr>
          <p:cNvPr id="75" name="s5-o502">
            <a:extLst xmlns:a="http://schemas.openxmlformats.org/drawingml/2006/main">
              <a:ext uri="{FF2B5EF4-FFF2-40B4-BE49-F238E27FC236}">
                <a16:creationId xmlns:a16="http://schemas.microsoft.com/office/drawing/2014/main" id="{40AE1548-AA82-4E68-85BF-BA3E39BC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52875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Mag. parse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Không bù hai lại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sign riêng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sf11, frac26</a:t>
            </a:r>
          </a:p>
        </p:txBody>
      </p:sp>
      <p:cxnSp>
        <p:nvCxnSpPr>
          <p:cNvPr id="76" name="wire-503">
            <a:extLst xmlns:a="http://schemas.openxmlformats.org/drawingml/2006/main">
              <a:ext uri="{FF2B5EF4-FFF2-40B4-BE49-F238E27FC236}">
                <a16:creationId xmlns:a16="http://schemas.microsoft.com/office/drawing/2014/main" id="{F234BC28-AAC5-481D-B4EF-3043C7DA62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4829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7" name="s5-o504">
            <a:extLst xmlns:a="http://schemas.openxmlformats.org/drawingml/2006/main">
              <a:ext uri="{FF2B5EF4-FFF2-40B4-BE49-F238E27FC236}">
                <a16:creationId xmlns:a16="http://schemas.microsoft.com/office/drawing/2014/main" id="{89777725-80EA-4F27-A3C1-2C9BAF1C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Δsf hai chiều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Chọn |lớn / nhỏ|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Shift + jam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x, y: 31 bit</a:t>
            </a:r>
          </a:p>
        </p:txBody>
      </p:sp>
      <p:cxnSp>
        <p:nvCxnSpPr>
          <p:cNvPr id="78" name="wire-505">
            <a:extLst xmlns:a="http://schemas.openxmlformats.org/drawingml/2006/main">
              <a:ext uri="{FF2B5EF4-FFF2-40B4-BE49-F238E27FC236}">
                <a16:creationId xmlns:a16="http://schemas.microsoft.com/office/drawing/2014/main" id="{D8A74680-9880-499D-8FE6-03570EE358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67750" y="4829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79" name="custom-506">
            <a:extLst xmlns:a="http://schemas.openxmlformats.org/drawingml/2006/main">
              <a:ext uri="{FF2B5EF4-FFF2-40B4-BE49-F238E27FC236}">
                <a16:creationId xmlns:a16="http://schemas.microsoft.com/office/drawing/2014/main" id="{CD277914-8849-4216-AC07-63DDF39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38600"/>
            <a:ext cx="1162050" cy="1552575"/>
          </a:xfrm>
          <a:custGeom xmlns:a="http://schemas.openxmlformats.org/drawingml/2006/main">
            <a:pathLst>
              <a:path w="1162050" h="1552575">
                <a:moveTo>
                  <a:pt x="0" y="0"/>
                </a:moveTo>
                <a:lnTo>
                  <a:pt x="1162050" y="310515"/>
                </a:lnTo>
                <a:lnTo>
                  <a:pt x="1162050" y="1242060"/>
                </a:lnTo>
                <a:lnTo>
                  <a:pt x="0" y="1552575"/>
                </a:lnTo>
                <a:lnTo>
                  <a:pt x="0" y="978122"/>
                </a:lnTo>
                <a:lnTo>
                  <a:pt x="185928" y="776288"/>
                </a:lnTo>
                <a:lnTo>
                  <a:pt x="0" y="5744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0" name="text-507">
            <a:extLst xmlns:a="http://schemas.openxmlformats.org/drawingml/2006/main">
              <a:ext uri="{FF2B5EF4-FFF2-40B4-BE49-F238E27FC236}">
                <a16:creationId xmlns:a16="http://schemas.microsoft.com/office/drawing/2014/main" id="{EAABE90D-B1D6-4993-AC8F-3596904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29100"/>
            <a:ext cx="9715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 / −</a:t>
            </a:r>
          </a:p>
        </p:txBody>
      </p:sp>
      <p:cxnSp>
        <p:nvCxnSpPr>
          <p:cNvPr id="81" name="wire-508">
            <a:extLst xmlns:a="http://schemas.openxmlformats.org/drawingml/2006/main">
              <a:ext uri="{FF2B5EF4-FFF2-40B4-BE49-F238E27FC236}">
                <a16:creationId xmlns:a16="http://schemas.microsoft.com/office/drawing/2014/main" id="{6B026421-7C79-4197-A1D9-163389210E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48750" y="48291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2" name="wire-509">
            <a:extLst xmlns:a="http://schemas.openxmlformats.org/drawingml/2006/main">
              <a:ext uri="{FF2B5EF4-FFF2-40B4-BE49-F238E27FC236}">
                <a16:creationId xmlns:a16="http://schemas.microsoft.com/office/drawing/2014/main" id="{124AAB87-070C-47E9-9423-5CB1AB0AE2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20350" y="4829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3" name="text-510">
            <a:extLst xmlns:a="http://schemas.openxmlformats.org/drawingml/2006/main">
              <a:ext uri="{FF2B5EF4-FFF2-40B4-BE49-F238E27FC236}">
                <a16:creationId xmlns:a16="http://schemas.microsoft.com/office/drawing/2014/main" id="{12B2277B-77DA-43CF-8A81-6928D95B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27710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subtract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= signA XOR signB</a:t>
            </a:r>
          </a:p>
        </p:txBody>
      </p:sp>
      <p:cxnSp>
        <p:nvCxnSpPr>
          <p:cNvPr id="84" name="wire-511">
            <a:extLst xmlns:a="http://schemas.openxmlformats.org/drawingml/2006/main">
              <a:ext uri="{FF2B5EF4-FFF2-40B4-BE49-F238E27FC236}">
                <a16:creationId xmlns:a16="http://schemas.microsoft.com/office/drawing/2014/main" id="{B9ECB861-922F-4D36-A901-FD55CFD4C38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839325" y="5591175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85" name="s5-o512">
            <a:extLst xmlns:a="http://schemas.openxmlformats.org/drawingml/2006/main">
              <a:ext uri="{FF2B5EF4-FFF2-40B4-BE49-F238E27FC236}">
                <a16:creationId xmlns:a16="http://schemas.microsoft.com/office/drawing/2014/main" id="{4883CE3E-BCEF-439E-A08A-EAB9D89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52875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LOD / normalize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Shift, sf ± count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frac[52:0]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sticky riêng</a:t>
            </a:r>
          </a:p>
        </p:txBody>
      </p:sp>
      <p:cxnSp>
        <p:nvCxnSpPr>
          <p:cNvPr id="86" name="wire-513">
            <a:extLst xmlns:a="http://schemas.openxmlformats.org/drawingml/2006/main">
              <a:ext uri="{FF2B5EF4-FFF2-40B4-BE49-F238E27FC236}">
                <a16:creationId xmlns:a16="http://schemas.microsoft.com/office/drawing/2014/main" id="{AA4DB017-E709-4059-93B4-D928323269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58750" y="4829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7" name="s5-o514">
            <a:extLst xmlns:a="http://schemas.openxmlformats.org/drawingml/2006/main">
              <a:ext uri="{FF2B5EF4-FFF2-40B4-BE49-F238E27FC236}">
                <a16:creationId xmlns:a16="http://schemas.microsoft.com/office/drawing/2014/main" id="{609CE468-B34F-4F93-93F6-09441084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52875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Regime / exp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Encode / shift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G, R, 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Special select</a:t>
            </a:r>
          </a:p>
        </p:txBody>
      </p:sp>
      <p:cxnSp>
        <p:nvCxnSpPr>
          <p:cNvPr id="88" name="wire-515">
            <a:extLst xmlns:a="http://schemas.openxmlformats.org/drawingml/2006/main">
              <a:ext uri="{FF2B5EF4-FFF2-40B4-BE49-F238E27FC236}">
                <a16:creationId xmlns:a16="http://schemas.microsoft.com/office/drawing/2014/main" id="{2383BCBA-8C6A-4A57-B646-A57EC8BF05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954250" y="4829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89" name="s5-o516">
            <a:extLst xmlns:a="http://schemas.openxmlformats.org/drawingml/2006/main">
              <a:ext uri="{FF2B5EF4-FFF2-40B4-BE49-F238E27FC236}">
                <a16:creationId xmlns:a16="http://schemas.microsoft.com/office/drawing/2014/main" id="{7719740F-D07A-4C29-860C-913284B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543425"/>
            <a:ext cx="600075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0" name="text-517">
            <a:extLst xmlns:a="http://schemas.openxmlformats.org/drawingml/2006/main">
              <a:ext uri="{FF2B5EF4-FFF2-40B4-BE49-F238E27FC236}">
                <a16:creationId xmlns:a16="http://schemas.microsoft.com/office/drawing/2014/main" id="{ED43BE33-5232-4D55-B37D-E68360F1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543425"/>
            <a:ext cx="600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1" name="text-518">
            <a:extLst xmlns:a="http://schemas.openxmlformats.org/drawingml/2006/main">
              <a:ext uri="{FF2B5EF4-FFF2-40B4-BE49-F238E27FC236}">
                <a16:creationId xmlns:a16="http://schemas.microsoft.com/office/drawing/2014/main" id="{761F64E0-6A7A-48A7-A84C-5F71A23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39624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inc</a:t>
            </a:r>
          </a:p>
        </p:txBody>
      </p:sp>
      <p:cxnSp>
        <p:nvCxnSpPr>
          <p:cNvPr id="92" name="wire-519">
            <a:extLst xmlns:a="http://schemas.openxmlformats.org/drawingml/2006/main">
              <a:ext uri="{FF2B5EF4-FFF2-40B4-BE49-F238E27FC236}">
                <a16:creationId xmlns:a16="http://schemas.microsoft.com/office/drawing/2014/main" id="{49E0E4C8-5298-4D4A-9B9C-1FE015B02C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706725" y="43243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93" name="FINAL_SPECIAL_MUX-520">
            <a:extLst xmlns:a="http://schemas.openxmlformats.org/drawingml/2006/main">
              <a:ext uri="{FF2B5EF4-FFF2-40B4-BE49-F238E27FC236}">
                <a16:creationId xmlns:a16="http://schemas.microsoft.com/office/drawing/2014/main" id="{44B51EC8-E4D8-4A55-B52E-A88E0970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152900"/>
            <a:ext cx="333375" cy="1352550"/>
          </a:xfrm>
          <a:custGeom xmlns:a="http://schemas.openxmlformats.org/drawingml/2006/main">
            <a:pathLst>
              <a:path w="333375" h="1352550">
                <a:moveTo>
                  <a:pt x="0" y="0"/>
                </a:moveTo>
                <a:lnTo>
                  <a:pt x="333375" y="297561"/>
                </a:lnTo>
                <a:lnTo>
                  <a:pt x="333375" y="1054989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4" name="text-521">
            <a:extLst xmlns:a="http://schemas.openxmlformats.org/drawingml/2006/main">
              <a:ext uri="{FF2B5EF4-FFF2-40B4-BE49-F238E27FC236}">
                <a16:creationId xmlns:a16="http://schemas.microsoft.com/office/drawing/2014/main" id="{977D3546-173B-4EDD-9D35-0A4693A7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695700"/>
            <a:ext cx="44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sel</a:t>
            </a:r>
          </a:p>
        </p:txBody>
      </p:sp>
      <p:cxnSp>
        <p:nvCxnSpPr>
          <p:cNvPr id="95" name="wire-522">
            <a:extLst xmlns:a="http://schemas.openxmlformats.org/drawingml/2006/main">
              <a:ext uri="{FF2B5EF4-FFF2-40B4-BE49-F238E27FC236}">
                <a16:creationId xmlns:a16="http://schemas.microsoft.com/office/drawing/2014/main" id="{F232129A-5A4E-426D-8F1F-5FBAC0DB7F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621125" y="40100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96" name="wire-523">
            <a:extLst xmlns:a="http://schemas.openxmlformats.org/drawingml/2006/main">
              <a:ext uri="{FF2B5EF4-FFF2-40B4-BE49-F238E27FC236}">
                <a16:creationId xmlns:a16="http://schemas.microsoft.com/office/drawing/2014/main" id="{C42980EF-9BDE-4C65-9649-C5FAC322F7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11525" y="48291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7" name="wire-524">
            <a:extLst xmlns:a="http://schemas.openxmlformats.org/drawingml/2006/main">
              <a:ext uri="{FF2B5EF4-FFF2-40B4-BE49-F238E27FC236}">
                <a16:creationId xmlns:a16="http://schemas.microsoft.com/office/drawing/2014/main" id="{CD641B74-4430-4DC9-B322-FC81D1A1BA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16300" y="5857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8" name="wire-525">
            <a:extLst xmlns:a="http://schemas.openxmlformats.org/drawingml/2006/main">
              <a:ext uri="{FF2B5EF4-FFF2-40B4-BE49-F238E27FC236}">
                <a16:creationId xmlns:a16="http://schemas.microsoft.com/office/drawing/2014/main" id="{3C154216-B8FA-4F9E-9F49-F8E6AF3A6AC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268700" y="52768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9" name="wire-526">
            <a:extLst xmlns:a="http://schemas.openxmlformats.org/drawingml/2006/main">
              <a:ext uri="{FF2B5EF4-FFF2-40B4-BE49-F238E27FC236}">
                <a16:creationId xmlns:a16="http://schemas.microsoft.com/office/drawing/2014/main" id="{0A69C0BE-3562-492F-B9A7-D0849DE58D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268700" y="5276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0" name="text-527">
            <a:extLst xmlns:a="http://schemas.openxmlformats.org/drawingml/2006/main">
              <a:ext uri="{FF2B5EF4-FFF2-40B4-BE49-F238E27FC236}">
                <a16:creationId xmlns:a16="http://schemas.microsoft.com/office/drawing/2014/main" id="{74CD6A41-2DA9-4C12-B470-15DB9D4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8102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/ NaR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min / max</a:t>
            </a:r>
          </a:p>
        </p:txBody>
      </p:sp>
      <p:cxnSp>
        <p:nvCxnSpPr>
          <p:cNvPr id="101" name="wire-528">
            <a:extLst xmlns:a="http://schemas.openxmlformats.org/drawingml/2006/main">
              <a:ext uri="{FF2B5EF4-FFF2-40B4-BE49-F238E27FC236}">
                <a16:creationId xmlns:a16="http://schemas.microsoft.com/office/drawing/2014/main" id="{378A9818-0BC1-4160-900E-2149418629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792575" y="48291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2" name="text-529">
            <a:extLst xmlns:a="http://schemas.openxmlformats.org/drawingml/2006/main">
              <a:ext uri="{FF2B5EF4-FFF2-40B4-BE49-F238E27FC236}">
                <a16:creationId xmlns:a16="http://schemas.microsoft.com/office/drawing/2014/main" id="{45D74E94-4E43-4990-8E6D-216B941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3337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 + sign</a:t>
            </a:r>
          </a:p>
        </p:txBody>
      </p:sp>
      <p:cxnSp>
        <p:nvCxnSpPr>
          <p:cNvPr id="103" name="wire-530">
            <a:extLst xmlns:a="http://schemas.openxmlformats.org/drawingml/2006/main">
              <a:ext uri="{FF2B5EF4-FFF2-40B4-BE49-F238E27FC236}">
                <a16:creationId xmlns:a16="http://schemas.microsoft.com/office/drawing/2014/main" id="{E8619D13-F7EA-45E5-84DC-194C9F63EE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259300" y="48291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4" name="text-531">
            <a:extLst xmlns:a="http://schemas.openxmlformats.org/drawingml/2006/main">
              <a:ext uri="{FF2B5EF4-FFF2-40B4-BE49-F238E27FC236}">
                <a16:creationId xmlns:a16="http://schemas.microsoft.com/office/drawing/2014/main" id="{1B7052CC-2E7C-417F-B969-31474A3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4267200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cxnSp>
        <p:nvCxnSpPr>
          <p:cNvPr id="105" name="wire-532">
            <a:extLst xmlns:a="http://schemas.openxmlformats.org/drawingml/2006/main">
              <a:ext uri="{FF2B5EF4-FFF2-40B4-BE49-F238E27FC236}">
                <a16:creationId xmlns:a16="http://schemas.microsoft.com/office/drawing/2014/main" id="{D2D9B3D0-9A4D-4697-B978-96A04CDB293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715250" y="5705475"/>
            <a:ext cx="0" cy="2543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106" name="text-533">
            <a:extLst xmlns:a="http://schemas.openxmlformats.org/drawingml/2006/main">
              <a:ext uri="{FF2B5EF4-FFF2-40B4-BE49-F238E27FC236}">
                <a16:creationId xmlns:a16="http://schemas.microsoft.com/office/drawing/2014/main" id="{0FE1DBF7-0935-472C-A1A9-B9A4E958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3058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C_context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sign, sf11, frac26, Zero/NaR</a:t>
            </a:r>
          </a:p>
        </p:txBody>
      </p:sp>
      <p:sp>
        <p:nvSpPr>
          <p:cNvPr id="107" name="text-534">
            <a:extLst xmlns:a="http://schemas.openxmlformats.org/drawingml/2006/main">
              <a:ext uri="{FF2B5EF4-FFF2-40B4-BE49-F238E27FC236}">
                <a16:creationId xmlns:a16="http://schemas.microsoft.com/office/drawing/2014/main" id="{CAD2A4F0-E7A1-456E-A0E6-69A9CB5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9151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R(P̂): magnitude + sign</a:t>
            </a:r>
          </a:p>
        </p:txBody>
      </p:sp>
      <p:sp>
        <p:nvSpPr>
          <p:cNvPr id="108" name="text-535">
            <a:extLst xmlns:a="http://schemas.openxmlformats.org/drawingml/2006/main">
              <a:ext uri="{FF2B5EF4-FFF2-40B4-BE49-F238E27FC236}">
                <a16:creationId xmlns:a16="http://schemas.microsoft.com/office/drawing/2014/main" id="{EF12FE8F-4989-42AE-8B84-8B0A216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84867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inc = G &amp; (LSB | R | S)</a:t>
            </a:r>
          </a:p>
        </p:txBody>
      </p:sp>
      <p:sp>
        <p:nvSpPr>
          <p:cNvPr id="109" name="text-536">
            <a:extLst xmlns:a="http://schemas.openxmlformats.org/drawingml/2006/main">
              <a:ext uri="{FF2B5EF4-FFF2-40B4-BE49-F238E27FC236}">
                <a16:creationId xmlns:a16="http://schemas.microsoft.com/office/drawing/2014/main" id="{8A591053-98C2-4D93-BC45-2B93CA5C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2487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Loss flags đi kèm dữ liệu; product_sticky=0. Packer cuối nhận sticky số học từ bộ cộng.</a:t>
            </a:r>
          </a:p>
        </p:txBody>
      </p:sp>
    </p:spTree>
    <p:extLst>
      <p:ext uri="{BB962C8B-B14F-4D97-AF65-F5344CB8AC3E}">
        <p14:creationId xmlns:p14="http://schemas.microsoft.com/office/powerpoint/2010/main" val="1406252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text-537">
            <a:extLst xmlns:a="http://schemas.openxmlformats.org/drawingml/2006/main">
              <a:ext uri="{FF2B5EF4-FFF2-40B4-BE49-F238E27FC236}">
                <a16:creationId xmlns:a16="http://schemas.microsoft.com/office/drawing/2014/main" id="{CB74485B-5685-4FB1-8199-DEFEE2A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 fused: F1…F5 giữ phần dư đến RNE cuối</a:t>
            </a:r>
          </a:p>
        </p:txBody>
      </p:sp>
      <p:sp>
        <p:nvSpPr>
          <p:cNvPr id="2" name="text-538">
            <a:extLst xmlns:a="http://schemas.openxmlformats.org/drawingml/2006/main">
              <a:ext uri="{FF2B5EF4-FFF2-40B4-BE49-F238E27FC236}">
                <a16:creationId xmlns:a16="http://schemas.microsoft.com/office/drawing/2014/main" id="{CD056998-2516-4AE2-8810-AA129E9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S07…S13, không pack/parse tích ở giữa; P̂ vào F1 bằng magnitude14 bit và scale riêng</a:t>
            </a:r>
          </a:p>
        </p:txBody>
      </p:sp>
      <p:cxnSp>
        <p:nvCxnSpPr>
          <p:cNvPr id="3" name="wire-539">
            <a:extLst xmlns:a="http://schemas.openxmlformats.org/drawingml/2006/main">
              <a:ext uri="{FF2B5EF4-FFF2-40B4-BE49-F238E27FC236}">
                <a16:creationId xmlns:a16="http://schemas.microsoft.com/office/drawing/2014/main" id="{E4330B79-E56E-4CCD-88D7-88BA0B32C6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540">
            <a:extLst xmlns:a="http://schemas.openxmlformats.org/drawingml/2006/main">
              <a:ext uri="{FF2B5EF4-FFF2-40B4-BE49-F238E27FC236}">
                <a16:creationId xmlns:a16="http://schemas.microsoft.com/office/drawing/2014/main" id="{88777E1E-BE27-4071-98A5-49413B7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541">
            <a:extLst xmlns:a="http://schemas.openxmlformats.org/drawingml/2006/main">
              <a:ext uri="{FF2B5EF4-FFF2-40B4-BE49-F238E27FC236}">
                <a16:creationId xmlns:a16="http://schemas.microsoft.com/office/drawing/2014/main" id="{74D6919F-3B9A-4733-BD07-0C2B0CF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6" name="BANK-F_TAIL_S7">
            <a:extLst xmlns:a="http://schemas.openxmlformats.org/drawingml/2006/main">
              <a:ext uri="{FF2B5EF4-FFF2-40B4-BE49-F238E27FC236}">
                <a16:creationId xmlns:a16="http://schemas.microsoft.com/office/drawing/2014/main" id="{740A889F-2010-4484-A70E-E8A74852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7" name="CLOCK-SQUARE-F_TAIL_S7">
            <a:extLst xmlns:a="http://schemas.openxmlformats.org/drawingml/2006/main">
              <a:ext uri="{FF2B5EF4-FFF2-40B4-BE49-F238E27FC236}">
                <a16:creationId xmlns:a16="http://schemas.microsoft.com/office/drawing/2014/main" id="{42B9C175-FE65-46BD-B08B-58628230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8" name="CLOCK-EDGE-F_TAIL_S7">
            <a:extLst xmlns:a="http://schemas.openxmlformats.org/drawingml/2006/main">
              <a:ext uri="{FF2B5EF4-FFF2-40B4-BE49-F238E27FC236}">
                <a16:creationId xmlns:a16="http://schemas.microsoft.com/office/drawing/2014/main" id="{E3EAACF6-51AD-4331-AD66-CD5B65E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9" name="text-542">
            <a:extLst xmlns:a="http://schemas.openxmlformats.org/drawingml/2006/main">
              <a:ext uri="{FF2B5EF4-FFF2-40B4-BE49-F238E27FC236}">
                <a16:creationId xmlns:a16="http://schemas.microsoft.com/office/drawing/2014/main" id="{6AC80A65-9A6D-4E4B-B9A0-8A9D979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S07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/ Prepare</a:t>
            </a:r>
          </a:p>
        </p:txBody>
      </p:sp>
      <p:sp>
        <p:nvSpPr>
          <p:cNvPr id="10" name="BANK-F_TAIL_S8">
            <a:extLst xmlns:a="http://schemas.openxmlformats.org/drawingml/2006/main">
              <a:ext uri="{FF2B5EF4-FFF2-40B4-BE49-F238E27FC236}">
                <a16:creationId xmlns:a16="http://schemas.microsoft.com/office/drawing/2014/main" id="{C7899A59-E1FB-44C1-8DF3-0F69F90B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" name="CLOCK-SQUARE-F_TAIL_S8">
            <a:extLst xmlns:a="http://schemas.openxmlformats.org/drawingml/2006/main">
              <a:ext uri="{FF2B5EF4-FFF2-40B4-BE49-F238E27FC236}">
                <a16:creationId xmlns:a16="http://schemas.microsoft.com/office/drawing/2014/main" id="{C2E0353B-F746-4220-AC25-F11F8808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2" name="CLOCK-EDGE-F_TAIL_S8">
            <a:extLst xmlns:a="http://schemas.openxmlformats.org/drawingml/2006/main">
              <a:ext uri="{FF2B5EF4-FFF2-40B4-BE49-F238E27FC236}">
                <a16:creationId xmlns:a16="http://schemas.microsoft.com/office/drawing/2014/main" id="{A177EE87-B196-4BFA-9E33-8A0D269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3" name="text-543">
            <a:extLst xmlns:a="http://schemas.openxmlformats.org/drawingml/2006/main">
              <a:ext uri="{FF2B5EF4-FFF2-40B4-BE49-F238E27FC236}">
                <a16:creationId xmlns:a16="http://schemas.microsoft.com/office/drawing/2014/main" id="{41987C30-85B3-4FDA-8DA8-90495CA4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S08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F2 / Align</a:t>
            </a:r>
          </a:p>
        </p:txBody>
      </p:sp>
      <p:sp>
        <p:nvSpPr>
          <p:cNvPr id="14" name="BANK-F_TAIL_S9">
            <a:extLst xmlns:a="http://schemas.openxmlformats.org/drawingml/2006/main">
              <a:ext uri="{FF2B5EF4-FFF2-40B4-BE49-F238E27FC236}">
                <a16:creationId xmlns:a16="http://schemas.microsoft.com/office/drawing/2014/main" id="{0E15CB74-6736-4527-BFDC-FB60996C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5" name="CLOCK-SQUARE-F_TAIL_S9">
            <a:extLst xmlns:a="http://schemas.openxmlformats.org/drawingml/2006/main">
              <a:ext uri="{FF2B5EF4-FFF2-40B4-BE49-F238E27FC236}">
                <a16:creationId xmlns:a16="http://schemas.microsoft.com/office/drawing/2014/main" id="{E46C9844-FFBB-4C96-A63A-419E84A6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6" name="CLOCK-EDGE-F_TAIL_S9">
            <a:extLst xmlns:a="http://schemas.openxmlformats.org/drawingml/2006/main">
              <a:ext uri="{FF2B5EF4-FFF2-40B4-BE49-F238E27FC236}">
                <a16:creationId xmlns:a16="http://schemas.microsoft.com/office/drawing/2014/main" id="{78486D80-F03E-493B-A265-410EC3B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7" name="text-544">
            <a:extLst xmlns:a="http://schemas.openxmlformats.org/drawingml/2006/main">
              <a:ext uri="{FF2B5EF4-FFF2-40B4-BE49-F238E27FC236}">
                <a16:creationId xmlns:a16="http://schemas.microsoft.com/office/drawing/2014/main" id="{E84AC09B-676D-4395-BE83-81F6CC51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S09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F3 / Add-sub</a:t>
            </a:r>
          </a:p>
        </p:txBody>
      </p:sp>
      <p:sp>
        <p:nvSpPr>
          <p:cNvPr id="18" name="BANK-F_TAIL_S10">
            <a:extLst xmlns:a="http://schemas.openxmlformats.org/drawingml/2006/main">
              <a:ext uri="{FF2B5EF4-FFF2-40B4-BE49-F238E27FC236}">
                <a16:creationId xmlns:a16="http://schemas.microsoft.com/office/drawing/2014/main" id="{7D00BE52-EC6C-4E04-BA7C-FE8FAA0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9" name="CLOCK-SQUARE-F_TAIL_S10">
            <a:extLst xmlns:a="http://schemas.openxmlformats.org/drawingml/2006/main">
              <a:ext uri="{FF2B5EF4-FFF2-40B4-BE49-F238E27FC236}">
                <a16:creationId xmlns:a16="http://schemas.microsoft.com/office/drawing/2014/main" id="{1021AEC2-C583-406D-B6DF-0C1C254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0" name="CLOCK-EDGE-F_TAIL_S10">
            <a:extLst xmlns:a="http://schemas.openxmlformats.org/drawingml/2006/main">
              <a:ext uri="{FF2B5EF4-FFF2-40B4-BE49-F238E27FC236}">
                <a16:creationId xmlns:a16="http://schemas.microsoft.com/office/drawing/2014/main" id="{1A4050A0-7CF5-45D5-AC65-47A9C16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1" name="text-545">
            <a:extLst xmlns:a="http://schemas.openxmlformats.org/drawingml/2006/main">
              <a:ext uri="{FF2B5EF4-FFF2-40B4-BE49-F238E27FC236}">
                <a16:creationId xmlns:a16="http://schemas.microsoft.com/office/drawing/2014/main" id="{80B93DDD-FEE0-4FBB-95BE-8DBA05A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S10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F4 / ABS-borrow</a:t>
            </a:r>
          </a:p>
        </p:txBody>
      </p:sp>
      <p:sp>
        <p:nvSpPr>
          <p:cNvPr id="22" name="BANK-F_TAIL_S11">
            <a:extLst xmlns:a="http://schemas.openxmlformats.org/drawingml/2006/main">
              <a:ext uri="{FF2B5EF4-FFF2-40B4-BE49-F238E27FC236}">
                <a16:creationId xmlns:a16="http://schemas.microsoft.com/office/drawing/2014/main" id="{66D21A46-031B-46CD-A455-990A224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3" name="CLOCK-SQUARE-F_TAIL_S11">
            <a:extLst xmlns:a="http://schemas.openxmlformats.org/drawingml/2006/main">
              <a:ext uri="{FF2B5EF4-FFF2-40B4-BE49-F238E27FC236}">
                <a16:creationId xmlns:a16="http://schemas.microsoft.com/office/drawing/2014/main" id="{7271CDD3-6A82-4331-AEEB-7FFB72F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4" name="CLOCK-EDGE-F_TAIL_S11">
            <a:extLst xmlns:a="http://schemas.openxmlformats.org/drawingml/2006/main">
              <a:ext uri="{FF2B5EF4-FFF2-40B4-BE49-F238E27FC236}">
                <a16:creationId xmlns:a16="http://schemas.microsoft.com/office/drawing/2014/main" id="{B1ABA50B-3D25-4D41-A69E-4CD633E4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5" name="text-546">
            <a:extLst xmlns:a="http://schemas.openxmlformats.org/drawingml/2006/main">
              <a:ext uri="{FF2B5EF4-FFF2-40B4-BE49-F238E27FC236}">
                <a16:creationId xmlns:a16="http://schemas.microsoft.com/office/drawing/2014/main" id="{BB46FE57-BCA4-4133-AA63-82AD86C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F5 / Normalize</a:t>
            </a:r>
          </a:p>
        </p:txBody>
      </p:sp>
      <p:sp>
        <p:nvSpPr>
          <p:cNvPr id="26" name="BANK-F_TAIL_S12">
            <a:extLst xmlns:a="http://schemas.openxmlformats.org/drawingml/2006/main">
              <a:ext uri="{FF2B5EF4-FFF2-40B4-BE49-F238E27FC236}">
                <a16:creationId xmlns:a16="http://schemas.microsoft.com/office/drawing/2014/main" id="{69E1CE3C-1DF3-4CE5-AE2E-79B24274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7" name="CLOCK-SQUARE-F_TAIL_S12">
            <a:extLst xmlns:a="http://schemas.openxmlformats.org/drawingml/2006/main">
              <a:ext uri="{FF2B5EF4-FFF2-40B4-BE49-F238E27FC236}">
                <a16:creationId xmlns:a16="http://schemas.microsoft.com/office/drawing/2014/main" id="{2E18A9AB-2A6B-4D11-9C1E-CFD562F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28" name="CLOCK-EDGE-F_TAIL_S12">
            <a:extLst xmlns:a="http://schemas.openxmlformats.org/drawingml/2006/main">
              <a:ext uri="{FF2B5EF4-FFF2-40B4-BE49-F238E27FC236}">
                <a16:creationId xmlns:a16="http://schemas.microsoft.com/office/drawing/2014/main" id="{80E81B89-D0B4-41AD-8B6D-08456B04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9" name="text-547">
            <a:extLst xmlns:a="http://schemas.openxmlformats.org/drawingml/2006/main">
              <a:ext uri="{FF2B5EF4-FFF2-40B4-BE49-F238E27FC236}">
                <a16:creationId xmlns:a16="http://schemas.microsoft.com/office/drawing/2014/main" id="{584584DF-C0EC-48F7-8797-BA923A5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S12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P1</a:t>
            </a:r>
          </a:p>
        </p:txBody>
      </p:sp>
      <p:sp>
        <p:nvSpPr>
          <p:cNvPr id="30" name="BANK-F_TAIL_S13">
            <a:extLst xmlns:a="http://schemas.openxmlformats.org/drawingml/2006/main">
              <a:ext uri="{FF2B5EF4-FFF2-40B4-BE49-F238E27FC236}">
                <a16:creationId xmlns:a16="http://schemas.microsoft.com/office/drawing/2014/main" id="{7BFA216D-3152-49D3-B7E9-F2C8716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3333750"/>
            <a:ext cx="952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1" name="CLOCK-SQUARE-F_TAIL_S13">
            <a:extLst xmlns:a="http://schemas.openxmlformats.org/drawingml/2006/main">
              <a:ext uri="{FF2B5EF4-FFF2-40B4-BE49-F238E27FC236}">
                <a16:creationId xmlns:a16="http://schemas.microsoft.com/office/drawing/2014/main" id="{F5D51571-C8A8-485B-8B44-45E6702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794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2" name="CLOCK-EDGE-F_TAIL_S13">
            <a:extLst xmlns:a="http://schemas.openxmlformats.org/drawingml/2006/main">
              <a:ext uri="{FF2B5EF4-FFF2-40B4-BE49-F238E27FC236}">
                <a16:creationId xmlns:a16="http://schemas.microsoft.com/office/drawing/2014/main" id="{4D0D4947-6E1C-496D-864D-E064F62C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79438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3" name="text-548">
            <a:extLst xmlns:a="http://schemas.openxmlformats.org/drawingml/2006/main">
              <a:ext uri="{FF2B5EF4-FFF2-40B4-BE49-F238E27FC236}">
                <a16:creationId xmlns:a16="http://schemas.microsoft.com/office/drawing/2014/main" id="{1786858D-6DD2-44FF-998E-6B5E15FE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2428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S13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 P2</a:t>
            </a:r>
          </a:p>
        </p:txBody>
      </p:sp>
      <p:sp>
        <p:nvSpPr>
          <p:cNvPr id="34" name="s6-o549">
            <a:extLst xmlns:a="http://schemas.openxmlformats.org/drawingml/2006/main">
              <a:ext uri="{FF2B5EF4-FFF2-40B4-BE49-F238E27FC236}">
                <a16:creationId xmlns:a16="http://schemas.microsoft.com/office/drawing/2014/main" id="{89FA788E-5012-48C3-AFC7-AFFF5D8F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1714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Carry adapt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 + carry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Anchor theo sf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MUX L / S</a:t>
            </a:r>
          </a:p>
        </p:txBody>
      </p:sp>
      <p:sp>
        <p:nvSpPr>
          <p:cNvPr id="35" name="text-550">
            <a:extLst xmlns:a="http://schemas.openxmlformats.org/drawingml/2006/main">
              <a:ext uri="{FF2B5EF4-FFF2-40B4-BE49-F238E27FC236}">
                <a16:creationId xmlns:a16="http://schemas.microsoft.com/office/drawing/2014/main" id="{E190E454-A3B2-457F-8CCF-011A742A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719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P̂14</a:t>
            </a:r>
          </a:p>
        </p:txBody>
      </p:sp>
      <p:cxnSp>
        <p:nvCxnSpPr>
          <p:cNvPr id="36" name="wire-551">
            <a:extLst xmlns:a="http://schemas.openxmlformats.org/drawingml/2006/main">
              <a:ext uri="{FF2B5EF4-FFF2-40B4-BE49-F238E27FC236}">
                <a16:creationId xmlns:a16="http://schemas.microsoft.com/office/drawing/2014/main" id="{F61A4BF1-9AA2-4263-93D3-98EED768AD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37" name="wire-552">
            <a:extLst xmlns:a="http://schemas.openxmlformats.org/drawingml/2006/main">
              <a:ext uri="{FF2B5EF4-FFF2-40B4-BE49-F238E27FC236}">
                <a16:creationId xmlns:a16="http://schemas.microsoft.com/office/drawing/2014/main" id="{B87CEAE3-9715-425D-92A2-5B9D3626F4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2875" y="62865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8" name="wire-553">
            <a:extLst xmlns:a="http://schemas.openxmlformats.org/drawingml/2006/main">
              <a:ext uri="{FF2B5EF4-FFF2-40B4-BE49-F238E27FC236}">
                <a16:creationId xmlns:a16="http://schemas.microsoft.com/office/drawing/2014/main" id="{80D69BF4-4A2C-4740-9228-75385BDFD26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" y="5524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39" name="wire-554">
            <a:extLst xmlns:a="http://schemas.openxmlformats.org/drawingml/2006/main">
              <a:ext uri="{FF2B5EF4-FFF2-40B4-BE49-F238E27FC236}">
                <a16:creationId xmlns:a16="http://schemas.microsoft.com/office/drawing/2014/main" id="{CD46FE5C-3D85-46A2-8103-C9969B86A6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" y="55245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0" name="text-555">
            <a:extLst xmlns:a="http://schemas.openxmlformats.org/drawingml/2006/main">
              <a:ext uri="{FF2B5EF4-FFF2-40B4-BE49-F238E27FC236}">
                <a16:creationId xmlns:a16="http://schemas.microsoft.com/office/drawing/2014/main" id="{35A46DEE-3E3E-4C8E-91CE-4D6EF89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642937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C_q</a:t>
            </a:r>
          </a:p>
        </p:txBody>
      </p:sp>
      <p:cxnSp>
        <p:nvCxnSpPr>
          <p:cNvPr id="41" name="wire-556">
            <a:extLst xmlns:a="http://schemas.openxmlformats.org/drawingml/2006/main">
              <a:ext uri="{FF2B5EF4-FFF2-40B4-BE49-F238E27FC236}">
                <a16:creationId xmlns:a16="http://schemas.microsoft.com/office/drawing/2014/main" id="{769FFBF1-AD87-4A2D-8B1E-C00109010C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4125" y="4467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2" name="wire-557">
            <a:extLst xmlns:a="http://schemas.openxmlformats.org/drawingml/2006/main">
              <a:ext uri="{FF2B5EF4-FFF2-40B4-BE49-F238E27FC236}">
                <a16:creationId xmlns:a16="http://schemas.microsoft.com/office/drawing/2014/main" id="{0E0FEF31-EFF3-4299-8F1A-7AF6AEB9B3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4125" y="55245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3" name="wire-558">
            <a:extLst xmlns:a="http://schemas.openxmlformats.org/drawingml/2006/main">
              <a:ext uri="{FF2B5EF4-FFF2-40B4-BE49-F238E27FC236}">
                <a16:creationId xmlns:a16="http://schemas.microsoft.com/office/drawing/2014/main" id="{4012B2F3-BBA7-4145-8D9D-CF48A833C1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33675" y="44672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4" name="text-559">
            <a:extLst xmlns:a="http://schemas.openxmlformats.org/drawingml/2006/main">
              <a:ext uri="{FF2B5EF4-FFF2-40B4-BE49-F238E27FC236}">
                <a16:creationId xmlns:a16="http://schemas.microsoft.com/office/drawing/2014/main" id="{C067C342-EE35-4DD4-BD17-F3ABF16E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814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large31 giữ nguyên</a:t>
            </a:r>
          </a:p>
        </p:txBody>
      </p:sp>
      <p:sp>
        <p:nvSpPr>
          <p:cNvPr id="45" name="s6-o560">
            <a:extLst xmlns:a="http://schemas.openxmlformats.org/drawingml/2006/main">
              <a:ext uri="{FF2B5EF4-FFF2-40B4-BE49-F238E27FC236}">
                <a16:creationId xmlns:a16="http://schemas.microsoft.com/office/drawing/2014/main" id="{BF104E81-7BBB-4ABE-8B32-D99F1E9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small &gt;&gt; Δsf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Δsf ≥ 31: 0</a:t>
            </a:r>
          </a:p>
        </p:txBody>
      </p:sp>
      <p:cxnSp>
        <p:nvCxnSpPr>
          <p:cNvPr id="46" name="wire-561">
            <a:extLst xmlns:a="http://schemas.openxmlformats.org/drawingml/2006/main">
              <a:ext uri="{FF2B5EF4-FFF2-40B4-BE49-F238E27FC236}">
                <a16:creationId xmlns:a16="http://schemas.microsoft.com/office/drawing/2014/main" id="{BCD39674-2A50-4C70-8110-82469964A4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33675" y="5524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47" name="wire-562">
            <a:extLst xmlns:a="http://schemas.openxmlformats.org/drawingml/2006/main">
              <a:ext uri="{FF2B5EF4-FFF2-40B4-BE49-F238E27FC236}">
                <a16:creationId xmlns:a16="http://schemas.microsoft.com/office/drawing/2014/main" id="{85C35DA3-4F27-445F-B25B-BC645BE457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55245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8" name="s6-o563">
            <a:extLst xmlns:a="http://schemas.openxmlformats.org/drawingml/2006/main">
              <a:ext uri="{FF2B5EF4-FFF2-40B4-BE49-F238E27FC236}">
                <a16:creationId xmlns:a16="http://schemas.microsoft.com/office/drawing/2014/main" id="{7C070848-3497-4211-8761-0946DA2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934200"/>
            <a:ext cx="1771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2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OR bit mất</a:t>
            </a:r>
          </a:p>
        </p:txBody>
      </p:sp>
      <p:cxnSp>
        <p:nvCxnSpPr>
          <p:cNvPr id="49" name="wire-564">
            <a:extLst xmlns:a="http://schemas.openxmlformats.org/drawingml/2006/main">
              <a:ext uri="{FF2B5EF4-FFF2-40B4-BE49-F238E27FC236}">
                <a16:creationId xmlns:a16="http://schemas.microsoft.com/office/drawing/2014/main" id="{B2F09FA4-469A-479E-81D3-F18CBB7406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33675" y="55245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0" name="wire-565">
            <a:extLst xmlns:a="http://schemas.openxmlformats.org/drawingml/2006/main">
              <a:ext uri="{FF2B5EF4-FFF2-40B4-BE49-F238E27FC236}">
                <a16:creationId xmlns:a16="http://schemas.microsoft.com/office/drawing/2014/main" id="{B68C6C87-0652-4C8A-B491-239FB0FE7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24175" y="5524500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51" name="wire-566">
            <a:extLst xmlns:a="http://schemas.openxmlformats.org/drawingml/2006/main">
              <a:ext uri="{FF2B5EF4-FFF2-40B4-BE49-F238E27FC236}">
                <a16:creationId xmlns:a16="http://schemas.microsoft.com/office/drawing/2014/main" id="{420B4973-7A0F-4619-A790-29A80892F5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24175" y="72390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2" name="wire-567">
            <a:extLst xmlns:a="http://schemas.openxmlformats.org/drawingml/2006/main">
              <a:ext uri="{FF2B5EF4-FFF2-40B4-BE49-F238E27FC236}">
                <a16:creationId xmlns:a16="http://schemas.microsoft.com/office/drawing/2014/main" id="{CCC415FE-78E5-49E9-A7B4-CD78147BF4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38700" y="7239000"/>
            <a:ext cx="85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sp>
        <p:nvSpPr>
          <p:cNvPr id="53" name="text-568">
            <a:extLst xmlns:a="http://schemas.openxmlformats.org/drawingml/2006/main">
              <a:ext uri="{FF2B5EF4-FFF2-40B4-BE49-F238E27FC236}">
                <a16:creationId xmlns:a16="http://schemas.microsoft.com/office/drawing/2014/main" id="{F77C60D0-3870-4EB1-8DAA-FE5985D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1525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54" name="custom-569">
            <a:extLst xmlns:a="http://schemas.openxmlformats.org/drawingml/2006/main">
              <a:ext uri="{FF2B5EF4-FFF2-40B4-BE49-F238E27FC236}">
                <a16:creationId xmlns:a16="http://schemas.microsoft.com/office/drawing/2014/main" id="{FEA340AE-0499-40BD-8243-30DABBEE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76700"/>
            <a:ext cx="971550" cy="1752600"/>
          </a:xfrm>
          <a:custGeom xmlns:a="http://schemas.openxmlformats.org/drawingml/2006/main">
            <a:pathLst>
              <a:path w="971550" h="1752600">
                <a:moveTo>
                  <a:pt x="0" y="0"/>
                </a:moveTo>
                <a:lnTo>
                  <a:pt x="971550" y="350520"/>
                </a:lnTo>
                <a:lnTo>
                  <a:pt x="971550" y="1402080"/>
                </a:lnTo>
                <a:lnTo>
                  <a:pt x="0" y="1752600"/>
                </a:lnTo>
                <a:lnTo>
                  <a:pt x="0" y="1104138"/>
                </a:lnTo>
                <a:lnTo>
                  <a:pt x="155448" y="876300"/>
                </a:lnTo>
                <a:lnTo>
                  <a:pt x="0" y="6484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55" name="text-570">
            <a:extLst xmlns:a="http://schemas.openxmlformats.org/drawingml/2006/main">
              <a:ext uri="{FF2B5EF4-FFF2-40B4-BE49-F238E27FC236}">
                <a16:creationId xmlns:a16="http://schemas.microsoft.com/office/drawing/2014/main" id="{8F99093C-4092-45A4-B28B-671F6A6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267200"/>
            <a:ext cx="781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 / −</a:t>
            </a:r>
          </a:p>
        </p:txBody>
      </p:sp>
      <p:cxnSp>
        <p:nvCxnSpPr>
          <p:cNvPr id="56" name="wire-571">
            <a:extLst xmlns:a="http://schemas.openxmlformats.org/drawingml/2006/main">
              <a:ext uri="{FF2B5EF4-FFF2-40B4-BE49-F238E27FC236}">
                <a16:creationId xmlns:a16="http://schemas.microsoft.com/office/drawing/2014/main" id="{9DE98E3E-A5B9-488E-867C-7AF3614E91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19675" y="4467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7" name="wire-572">
            <a:extLst xmlns:a="http://schemas.openxmlformats.org/drawingml/2006/main">
              <a:ext uri="{FF2B5EF4-FFF2-40B4-BE49-F238E27FC236}">
                <a16:creationId xmlns:a16="http://schemas.microsoft.com/office/drawing/2014/main" id="{1A70779A-0733-4984-8B40-BAA6E29C8D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19675" y="55245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8" name="wire-573">
            <a:extLst xmlns:a="http://schemas.openxmlformats.org/drawingml/2006/main">
              <a:ext uri="{FF2B5EF4-FFF2-40B4-BE49-F238E27FC236}">
                <a16:creationId xmlns:a16="http://schemas.microsoft.com/office/drawing/2014/main" id="{3B638023-74BA-4724-9150-1B100F978E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05600" y="49530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59" name="text-574">
            <a:extLst xmlns:a="http://schemas.openxmlformats.org/drawingml/2006/main">
              <a:ext uri="{FF2B5EF4-FFF2-40B4-BE49-F238E27FC236}">
                <a16:creationId xmlns:a16="http://schemas.microsoft.com/office/drawing/2014/main" id="{FFE7F99C-FE5E-460B-AB06-4EDE5D20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172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Z_signed[31:0]</a:t>
            </a:r>
          </a:p>
        </p:txBody>
      </p:sp>
      <p:cxnSp>
        <p:nvCxnSpPr>
          <p:cNvPr id="60" name="wire-575">
            <a:extLst xmlns:a="http://schemas.openxmlformats.org/drawingml/2006/main">
              <a:ext uri="{FF2B5EF4-FFF2-40B4-BE49-F238E27FC236}">
                <a16:creationId xmlns:a16="http://schemas.microsoft.com/office/drawing/2014/main" id="{CF554CF4-69F4-4622-A513-A9D372466A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19675" y="7239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sp>
        <p:nvSpPr>
          <p:cNvPr id="61" name="s6-o576">
            <a:extLst xmlns:a="http://schemas.openxmlformats.org/drawingml/2006/main">
              <a:ext uri="{FF2B5EF4-FFF2-40B4-BE49-F238E27FC236}">
                <a16:creationId xmlns:a16="http://schemas.microsoft.com/office/drawing/2014/main" id="{497DD213-04C8-49F6-B653-1DF21316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abs(Z) − borrow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neg = Z[31]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Cập nhật sign</a:t>
            </a:r>
          </a:p>
        </p:txBody>
      </p:sp>
      <p:cxnSp>
        <p:nvCxnSpPr>
          <p:cNvPr id="62" name="wire-577">
            <a:extLst xmlns:a="http://schemas.openxmlformats.org/drawingml/2006/main">
              <a:ext uri="{FF2B5EF4-FFF2-40B4-BE49-F238E27FC236}">
                <a16:creationId xmlns:a16="http://schemas.microsoft.com/office/drawing/2014/main" id="{B031D0CA-5C4E-4F65-BCB1-4682841975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05675" y="4953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63" name="wire-578">
            <a:extLst xmlns:a="http://schemas.openxmlformats.org/drawingml/2006/main">
              <a:ext uri="{FF2B5EF4-FFF2-40B4-BE49-F238E27FC236}">
                <a16:creationId xmlns:a16="http://schemas.microsoft.com/office/drawing/2014/main" id="{55175888-23DE-4A38-9739-8F50D383AD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82125" y="49530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64" name="s6-o579">
            <a:extLst xmlns:a="http://schemas.openxmlformats.org/drawingml/2006/main">
              <a:ext uri="{FF2B5EF4-FFF2-40B4-BE49-F238E27FC236}">
                <a16:creationId xmlns:a16="http://schemas.microsoft.com/office/drawing/2014/main" id="{442151E6-1EE8-49B2-A3D9-806282BA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81800"/>
            <a:ext cx="1828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2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borrow = residual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&amp; (sub XOR neg)</a:t>
            </a:r>
          </a:p>
        </p:txBody>
      </p:sp>
      <p:cxnSp>
        <p:nvCxnSpPr>
          <p:cNvPr id="65" name="wire-580">
            <a:extLst xmlns:a="http://schemas.openxmlformats.org/drawingml/2006/main">
              <a:ext uri="{FF2B5EF4-FFF2-40B4-BE49-F238E27FC236}">
                <a16:creationId xmlns:a16="http://schemas.microsoft.com/office/drawing/2014/main" id="{6E753775-FBAC-4F5E-BFE4-8EE67AFC5B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05675" y="72390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cxnSp>
        <p:nvCxnSpPr>
          <p:cNvPr id="66" name="wire-581">
            <a:extLst xmlns:a="http://schemas.openxmlformats.org/drawingml/2006/main">
              <a:ext uri="{FF2B5EF4-FFF2-40B4-BE49-F238E27FC236}">
                <a16:creationId xmlns:a16="http://schemas.microsoft.com/office/drawing/2014/main" id="{FA540F6F-ED19-4373-B3F2-8786F050545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524875" y="55816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cxnSp>
        <p:nvCxnSpPr>
          <p:cNvPr id="67" name="wire-582">
            <a:extLst xmlns:a="http://schemas.openxmlformats.org/drawingml/2006/main">
              <a:ext uri="{FF2B5EF4-FFF2-40B4-BE49-F238E27FC236}">
                <a16:creationId xmlns:a16="http://schemas.microsoft.com/office/drawing/2014/main" id="{05499FA9-4798-4C33-9726-BEB40B87D5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05675" y="7239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none" w="med" len="med"/>
          </a:ln>
        </p:spPr>
      </p:cxnSp>
      <p:cxnSp>
        <p:nvCxnSpPr>
          <p:cNvPr id="68" name="wire-583">
            <a:extLst xmlns:a="http://schemas.openxmlformats.org/drawingml/2006/main">
              <a:ext uri="{FF2B5EF4-FFF2-40B4-BE49-F238E27FC236}">
                <a16:creationId xmlns:a16="http://schemas.microsoft.com/office/drawing/2014/main" id="{55649A75-150C-4DD8-B4B1-0158B33F53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58075" y="72390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none" w="med" len="med"/>
          </a:ln>
        </p:spPr>
      </p:cxnSp>
      <p:cxnSp>
        <p:nvCxnSpPr>
          <p:cNvPr id="69" name="wire-584">
            <a:extLst xmlns:a="http://schemas.openxmlformats.org/drawingml/2006/main">
              <a:ext uri="{FF2B5EF4-FFF2-40B4-BE49-F238E27FC236}">
                <a16:creationId xmlns:a16="http://schemas.microsoft.com/office/drawing/2014/main" id="{45F2E82C-E182-4AE5-81F5-9B0F8F83F5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58075" y="7781925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sp>
        <p:nvSpPr>
          <p:cNvPr id="70" name="s6-o585">
            <a:extLst xmlns:a="http://schemas.openxmlformats.org/drawingml/2006/main">
              <a:ext uri="{FF2B5EF4-FFF2-40B4-BE49-F238E27FC236}">
                <a16:creationId xmlns:a16="http://schemas.microsoft.com/office/drawing/2014/main" id="{C60A1979-9B77-4882-A0EF-C260E11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2435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LOD / shift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sf = anchor + d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 = 1 − clz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frac[52:0]</a:t>
            </a:r>
          </a:p>
        </p:txBody>
      </p:sp>
      <p:cxnSp>
        <p:nvCxnSpPr>
          <p:cNvPr id="71" name="wire-586">
            <a:extLst xmlns:a="http://schemas.openxmlformats.org/drawingml/2006/main">
              <a:ext uri="{FF2B5EF4-FFF2-40B4-BE49-F238E27FC236}">
                <a16:creationId xmlns:a16="http://schemas.microsoft.com/office/drawing/2014/main" id="{3D9AAF27-A9CD-492D-8025-13F5AD01F1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91675" y="4953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2" name="wire-587">
            <a:extLst xmlns:a="http://schemas.openxmlformats.org/drawingml/2006/main">
              <a:ext uri="{FF2B5EF4-FFF2-40B4-BE49-F238E27FC236}">
                <a16:creationId xmlns:a16="http://schemas.microsoft.com/office/drawing/2014/main" id="{25A214EB-6073-4DC6-BE3D-69B2F619AE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668125" y="49530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3" name="wire-588">
            <a:extLst xmlns:a="http://schemas.openxmlformats.org/drawingml/2006/main">
              <a:ext uri="{FF2B5EF4-FFF2-40B4-BE49-F238E27FC236}">
                <a16:creationId xmlns:a16="http://schemas.microsoft.com/office/drawing/2014/main" id="{3E26859F-CC77-42F6-B84D-78033E8D6E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91675" y="7781925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none" w="med" len="med"/>
          </a:ln>
        </p:spPr>
      </p:cxnSp>
      <p:cxnSp>
        <p:nvCxnSpPr>
          <p:cNvPr id="74" name="wire-589">
            <a:extLst xmlns:a="http://schemas.openxmlformats.org/drawingml/2006/main">
              <a:ext uri="{FF2B5EF4-FFF2-40B4-BE49-F238E27FC236}">
                <a16:creationId xmlns:a16="http://schemas.microsoft.com/office/drawing/2014/main" id="{69966E97-7CE4-4DF1-B180-0361998397C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763250" y="72390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none" w="med" len="med"/>
          </a:ln>
        </p:spPr>
      </p:cxnSp>
      <p:cxnSp>
        <p:nvCxnSpPr>
          <p:cNvPr id="75" name="wire-590">
            <a:extLst xmlns:a="http://schemas.openxmlformats.org/drawingml/2006/main">
              <a:ext uri="{FF2B5EF4-FFF2-40B4-BE49-F238E27FC236}">
                <a16:creationId xmlns:a16="http://schemas.microsoft.com/office/drawing/2014/main" id="{342E146C-7485-4215-A210-2098DCF3AC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723900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sp>
        <p:nvSpPr>
          <p:cNvPr id="76" name="text-591">
            <a:extLst xmlns:a="http://schemas.openxmlformats.org/drawingml/2006/main">
              <a:ext uri="{FF2B5EF4-FFF2-40B4-BE49-F238E27FC236}">
                <a16:creationId xmlns:a16="http://schemas.microsoft.com/office/drawing/2014/main" id="{8AD57F7B-30EF-4EF5-92AD-1145415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62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sticky = residual</a:t>
            </a:r>
          </a:p>
        </p:txBody>
      </p:sp>
      <p:sp>
        <p:nvSpPr>
          <p:cNvPr id="77" name="s6-o592">
            <a:extLst xmlns:a="http://schemas.openxmlformats.org/drawingml/2006/main">
              <a:ext uri="{FF2B5EF4-FFF2-40B4-BE49-F238E27FC236}">
                <a16:creationId xmlns:a16="http://schemas.microsoft.com/office/drawing/2014/main" id="{4B144C95-80C1-4BE6-9D7D-D51FBAC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076700"/>
            <a:ext cx="171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Regime / exp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Encode / shift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G, R, 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Special select</a:t>
            </a:r>
          </a:p>
        </p:txBody>
      </p:sp>
      <p:cxnSp>
        <p:nvCxnSpPr>
          <p:cNvPr id="78" name="wire-593">
            <a:extLst xmlns:a="http://schemas.openxmlformats.org/drawingml/2006/main">
              <a:ext uri="{FF2B5EF4-FFF2-40B4-BE49-F238E27FC236}">
                <a16:creationId xmlns:a16="http://schemas.microsoft.com/office/drawing/2014/main" id="{429D7B86-752E-416C-B437-FB62B37644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77675" y="4953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9" name="wire-594">
            <a:extLst xmlns:a="http://schemas.openxmlformats.org/drawingml/2006/main">
              <a:ext uri="{FF2B5EF4-FFF2-40B4-BE49-F238E27FC236}">
                <a16:creationId xmlns:a16="http://schemas.microsoft.com/office/drawing/2014/main" id="{809DC302-12B6-4C4B-B3E3-980E5322B1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954125" y="49530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80" name="wire-595">
            <a:extLst xmlns:a="http://schemas.openxmlformats.org/drawingml/2006/main">
              <a:ext uri="{FF2B5EF4-FFF2-40B4-BE49-F238E27FC236}">
                <a16:creationId xmlns:a16="http://schemas.microsoft.com/office/drawing/2014/main" id="{3CCC12CB-D27D-407D-AC7A-F1F86FB7FE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77675" y="7239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none" w="med" len="med"/>
          </a:ln>
        </p:spPr>
      </p:cxnSp>
      <p:cxnSp>
        <p:nvCxnSpPr>
          <p:cNvPr id="81" name="wire-596">
            <a:extLst xmlns:a="http://schemas.openxmlformats.org/drawingml/2006/main">
              <a:ext uri="{FF2B5EF4-FFF2-40B4-BE49-F238E27FC236}">
                <a16:creationId xmlns:a16="http://schemas.microsoft.com/office/drawing/2014/main" id="{5F657889-6BA7-482A-BF85-AFA64AA21D8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830175" y="5829300"/>
            <a:ext cx="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solid"/>
            <a:tailEnd type="arrow" w="sm" len="sm"/>
          </a:ln>
        </p:spPr>
      </p:cxnSp>
      <p:sp>
        <p:nvSpPr>
          <p:cNvPr id="82" name="s6-o597">
            <a:extLst xmlns:a="http://schemas.openxmlformats.org/drawingml/2006/main">
              <a:ext uri="{FF2B5EF4-FFF2-40B4-BE49-F238E27FC236}">
                <a16:creationId xmlns:a16="http://schemas.microsoft.com/office/drawing/2014/main" id="{A286CC7D-CFB5-49C8-9A70-81ABEDF2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4667250"/>
            <a:ext cx="600075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3" name="text-598">
            <a:extLst xmlns:a="http://schemas.openxmlformats.org/drawingml/2006/main">
              <a:ext uri="{FF2B5EF4-FFF2-40B4-BE49-F238E27FC236}">
                <a16:creationId xmlns:a16="http://schemas.microsoft.com/office/drawing/2014/main" id="{6D0D4C23-F413-4D0A-928F-3CBADE14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4667250"/>
            <a:ext cx="600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4" name="text-599">
            <a:extLst xmlns:a="http://schemas.openxmlformats.org/drawingml/2006/main">
              <a:ext uri="{FF2B5EF4-FFF2-40B4-BE49-F238E27FC236}">
                <a16:creationId xmlns:a16="http://schemas.microsoft.com/office/drawing/2014/main" id="{C52DEA8E-369E-417F-8D8C-537E856F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4086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inc</a:t>
            </a:r>
          </a:p>
        </p:txBody>
      </p:sp>
      <p:cxnSp>
        <p:nvCxnSpPr>
          <p:cNvPr id="85" name="wire-600">
            <a:extLst xmlns:a="http://schemas.openxmlformats.org/drawingml/2006/main">
              <a:ext uri="{FF2B5EF4-FFF2-40B4-BE49-F238E27FC236}">
                <a16:creationId xmlns:a16="http://schemas.microsoft.com/office/drawing/2014/main" id="{83316395-8549-4621-BE7A-B31ACB00F7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897100" y="44481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86" name="FINAL_SPECIAL_MUX-601">
            <a:extLst xmlns:a="http://schemas.openxmlformats.org/drawingml/2006/main">
              <a:ext uri="{FF2B5EF4-FFF2-40B4-BE49-F238E27FC236}">
                <a16:creationId xmlns:a16="http://schemas.microsoft.com/office/drawing/2014/main" id="{45B0FDB7-3320-4101-A314-9459C7A6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4276725"/>
            <a:ext cx="333375" cy="1352550"/>
          </a:xfrm>
          <a:custGeom xmlns:a="http://schemas.openxmlformats.org/drawingml/2006/main">
            <a:pathLst>
              <a:path w="333375" h="1352550">
                <a:moveTo>
                  <a:pt x="0" y="0"/>
                </a:moveTo>
                <a:lnTo>
                  <a:pt x="333375" y="297561"/>
                </a:lnTo>
                <a:lnTo>
                  <a:pt x="333375" y="1054989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7" name="text-602">
            <a:extLst xmlns:a="http://schemas.openxmlformats.org/drawingml/2006/main">
              <a:ext uri="{FF2B5EF4-FFF2-40B4-BE49-F238E27FC236}">
                <a16:creationId xmlns:a16="http://schemas.microsoft.com/office/drawing/2014/main" id="{099DF9B8-8C78-4CBC-83DD-F9E44BD6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819525"/>
            <a:ext cx="44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sel</a:t>
            </a:r>
          </a:p>
        </p:txBody>
      </p:sp>
      <p:cxnSp>
        <p:nvCxnSpPr>
          <p:cNvPr id="88" name="wire-603">
            <a:extLst xmlns:a="http://schemas.openxmlformats.org/drawingml/2006/main">
              <a:ext uri="{FF2B5EF4-FFF2-40B4-BE49-F238E27FC236}">
                <a16:creationId xmlns:a16="http://schemas.microsoft.com/office/drawing/2014/main" id="{07DAA2F2-7405-4D20-94DF-0AEB412F9A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811500" y="41338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89" name="wire-604">
            <a:extLst xmlns:a="http://schemas.openxmlformats.org/drawingml/2006/main">
              <a:ext uri="{FF2B5EF4-FFF2-40B4-BE49-F238E27FC236}">
                <a16:creationId xmlns:a16="http://schemas.microsoft.com/office/drawing/2014/main" id="{2C6B0EA5-DD3D-420C-A546-E9D024F8D0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01900" y="49530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0" name="wire-605">
            <a:extLst xmlns:a="http://schemas.openxmlformats.org/drawingml/2006/main">
              <a:ext uri="{FF2B5EF4-FFF2-40B4-BE49-F238E27FC236}">
                <a16:creationId xmlns:a16="http://schemas.microsoft.com/office/drawing/2014/main" id="{9E673FE3-1A58-4684-BBB8-1476250A2A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306675" y="59817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1" name="wire-606">
            <a:extLst xmlns:a="http://schemas.openxmlformats.org/drawingml/2006/main">
              <a:ext uri="{FF2B5EF4-FFF2-40B4-BE49-F238E27FC236}">
                <a16:creationId xmlns:a16="http://schemas.microsoft.com/office/drawing/2014/main" id="{6DFB3D68-E5F9-4CA1-89CB-D3640B5DD1E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5459075" y="540067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92" name="wire-607">
            <a:extLst xmlns:a="http://schemas.openxmlformats.org/drawingml/2006/main">
              <a:ext uri="{FF2B5EF4-FFF2-40B4-BE49-F238E27FC236}">
                <a16:creationId xmlns:a16="http://schemas.microsoft.com/office/drawing/2014/main" id="{E89030C2-258B-4895-8DCF-CC85DE8AEA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459075" y="5400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3" name="text-608">
            <a:extLst xmlns:a="http://schemas.openxmlformats.org/drawingml/2006/main">
              <a:ext uri="{FF2B5EF4-FFF2-40B4-BE49-F238E27FC236}">
                <a16:creationId xmlns:a16="http://schemas.microsoft.com/office/drawing/2014/main" id="{32E41924-67C0-4C92-AC57-DEBEEE0C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934075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/ NaR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min / max</a:t>
            </a:r>
          </a:p>
        </p:txBody>
      </p:sp>
      <p:cxnSp>
        <p:nvCxnSpPr>
          <p:cNvPr id="94" name="wire-609">
            <a:extLst xmlns:a="http://schemas.openxmlformats.org/drawingml/2006/main">
              <a:ext uri="{FF2B5EF4-FFF2-40B4-BE49-F238E27FC236}">
                <a16:creationId xmlns:a16="http://schemas.microsoft.com/office/drawing/2014/main" id="{6713BB3B-2856-4850-89D3-05B39AA9B7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982950" y="4953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5" name="text-610">
            <a:extLst xmlns:a="http://schemas.openxmlformats.org/drawingml/2006/main">
              <a:ext uri="{FF2B5EF4-FFF2-40B4-BE49-F238E27FC236}">
                <a16:creationId xmlns:a16="http://schemas.microsoft.com/office/drawing/2014/main" id="{4205BFC2-9095-42B1-8018-82180917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45757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RNE + sign</a:t>
            </a:r>
          </a:p>
        </p:txBody>
      </p:sp>
      <p:cxnSp>
        <p:nvCxnSpPr>
          <p:cNvPr id="96" name="wire-611">
            <a:extLst xmlns:a="http://schemas.openxmlformats.org/drawingml/2006/main">
              <a:ext uri="{FF2B5EF4-FFF2-40B4-BE49-F238E27FC236}">
                <a16:creationId xmlns:a16="http://schemas.microsoft.com/office/drawing/2014/main" id="{339368B4-D489-48FE-8A68-8F73DB5931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63675" y="4953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97" name="wire-612">
            <a:extLst xmlns:a="http://schemas.openxmlformats.org/drawingml/2006/main">
              <a:ext uri="{FF2B5EF4-FFF2-40B4-BE49-F238E27FC236}">
                <a16:creationId xmlns:a16="http://schemas.microsoft.com/office/drawing/2014/main" id="{2EA79B11-57AF-4073-871F-75C4339A9C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449675" y="4953000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98" name="text-613">
            <a:extLst xmlns:a="http://schemas.openxmlformats.org/drawingml/2006/main">
              <a:ext uri="{FF2B5EF4-FFF2-40B4-BE49-F238E27FC236}">
                <a16:creationId xmlns:a16="http://schemas.microsoft.com/office/drawing/2014/main" id="{530D7CB7-9381-41EC-9BA5-8FD8E381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D[31:0]</a:t>
            </a:r>
          </a:p>
        </p:txBody>
      </p:sp>
      <p:sp>
        <p:nvSpPr>
          <p:cNvPr id="99" name="text-614">
            <a:extLst xmlns:a="http://schemas.openxmlformats.org/drawingml/2006/main">
              <a:ext uri="{FF2B5EF4-FFF2-40B4-BE49-F238E27FC236}">
                <a16:creationId xmlns:a16="http://schemas.microsoft.com/office/drawing/2014/main" id="{62C864B9-B902-4967-851B-C82A8D60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105900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Retained window: W32 / Q29. Residual là phần dư số học; loss flags là thông tin cắt xấp xỉ.</a:t>
            </a:r>
          </a:p>
        </p:txBody>
      </p:sp>
    </p:spTree>
    <p:extLst>
      <p:ext uri="{BB962C8B-B14F-4D97-AF65-F5344CB8AC3E}">
        <p14:creationId xmlns:p14="http://schemas.microsoft.com/office/powerpoint/2010/main" val="2035089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ext-615">
            <a:extLst xmlns:a="http://schemas.openxmlformats.org/drawingml/2006/main">
              <a:ext uri="{FF2B5EF4-FFF2-40B4-BE49-F238E27FC236}">
                <a16:creationId xmlns:a16="http://schemas.microsoft.com/office/drawing/2014/main" id="{CDF1A31E-6343-4E68-9966-479BF8B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Điều khiển giao dịch và feedback MAC</a:t>
            </a:r>
          </a:p>
        </p:txBody>
      </p:sp>
      <p:sp>
        <p:nvSpPr>
          <p:cNvPr id="2" name="text-616">
            <a:extLst xmlns:a="http://schemas.openxmlformats.org/drawingml/2006/main">
              <a:ext uri="{FF2B5EF4-FFF2-40B4-BE49-F238E27FC236}">
                <a16:creationId xmlns:a16="http://schemas.microsoft.com/office/drawing/2014/main" id="{F3E5B714-D30D-4939-9E62-E20319B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accumulator_q là Posit32 sau RNE; khác với accumulator nội bộ của SBM</a:t>
            </a:r>
          </a:p>
        </p:txBody>
      </p:sp>
      <p:cxnSp>
        <p:nvCxnSpPr>
          <p:cNvPr id="3" name="wire-617">
            <a:extLst xmlns:a="http://schemas.openxmlformats.org/drawingml/2006/main">
              <a:ext uri="{FF2B5EF4-FFF2-40B4-BE49-F238E27FC236}">
                <a16:creationId xmlns:a16="http://schemas.microsoft.com/office/drawing/2014/main" id="{C4503626-8143-427F-AEBE-8957808CA7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" y="1600200"/>
            <a:ext cx="1724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4A4A4"/>
            </a:solidFill>
            <a:prstDash val="solid"/>
            <a:tailEnd type="none" w="med" len="med"/>
          </a:ln>
        </p:spPr>
      </p:cxnSp>
      <p:sp>
        <p:nvSpPr>
          <p:cNvPr id="4" name="text-618">
            <a:extLst xmlns:a="http://schemas.openxmlformats.org/drawingml/2006/main">
              <a:ext uri="{FF2B5EF4-FFF2-40B4-BE49-F238E27FC236}">
                <a16:creationId xmlns:a16="http://schemas.microsoft.com/office/drawing/2014/main" id="{0962EF3C-F903-4102-A60C-13A2327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91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RTL OPT12_120 · Posit(32,3)</a:t>
            </a:r>
          </a:p>
        </p:txBody>
      </p:sp>
      <p:sp>
        <p:nvSpPr>
          <p:cNvPr id="5" name="text-619">
            <a:extLst xmlns:a="http://schemas.openxmlformats.org/drawingml/2006/main">
              <a:ext uri="{FF2B5EF4-FFF2-40B4-BE49-F238E27FC236}">
                <a16:creationId xmlns:a16="http://schemas.microsoft.com/office/drawing/2014/main" id="{7B89156B-7169-4930-8451-0FD89E8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97631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6" name="s7-o620">
            <a:extLst xmlns:a="http://schemas.openxmlformats.org/drawingml/2006/main">
              <a:ext uri="{FF2B5EF4-FFF2-40B4-BE49-F238E27FC236}">
                <a16:creationId xmlns:a16="http://schemas.microsoft.com/office/drawing/2014/main" id="{75058C10-4CE3-436E-A689-645AAF3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75628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2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Điều khiển một giao dịch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pair_accept: chốt cfg, acc_mode; busy=1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pair_retire: giữ C_context và launch core</a:t>
            </a:r>
          </a:p>
        </p:txBody>
      </p:sp>
      <p:sp>
        <p:nvSpPr>
          <p:cNvPr id="7" name="BANK-TRANSACTION_CONTROL">
            <a:extLst xmlns:a="http://schemas.openxmlformats.org/drawingml/2006/main">
              <a:ext uri="{FF2B5EF4-FFF2-40B4-BE49-F238E27FC236}">
                <a16:creationId xmlns:a16="http://schemas.microsoft.com/office/drawing/2014/main" id="{06DF5157-19A5-4F68-BC81-43D8DBF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990725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" name="CLOCK-SQUARE-TRANSACTION_CONTROL">
            <a:extLst xmlns:a="http://schemas.openxmlformats.org/drawingml/2006/main">
              <a:ext uri="{FF2B5EF4-FFF2-40B4-BE49-F238E27FC236}">
                <a16:creationId xmlns:a16="http://schemas.microsoft.com/office/drawing/2014/main" id="{CCD0A285-1AE0-40C3-8FA3-467B2A8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276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" name="CLOCK-EDGE-TRANSACTION_CONTROL">
            <a:extLst xmlns:a="http://schemas.openxmlformats.org/drawingml/2006/main">
              <a:ext uri="{FF2B5EF4-FFF2-40B4-BE49-F238E27FC236}">
                <a16:creationId xmlns:a16="http://schemas.microsoft.com/office/drawing/2014/main" id="{372C7152-39F7-4060-8886-0DEF1D9E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2766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0" name="text-621">
            <a:extLst xmlns:a="http://schemas.openxmlformats.org/drawingml/2006/main">
              <a:ext uri="{FF2B5EF4-FFF2-40B4-BE49-F238E27FC236}">
                <a16:creationId xmlns:a16="http://schemas.microsoft.com/office/drawing/2014/main" id="{02620125-2D49-4976-AC3B-46BB1C02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152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cfg_q, busy_q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committed_q</a:t>
            </a:r>
          </a:p>
        </p:txBody>
      </p:sp>
      <p:cxnSp>
        <p:nvCxnSpPr>
          <p:cNvPr id="11" name="wire-622">
            <a:extLst xmlns:a="http://schemas.openxmlformats.org/drawingml/2006/main">
              <a:ext uri="{FF2B5EF4-FFF2-40B4-BE49-F238E27FC236}">
                <a16:creationId xmlns:a16="http://schemas.microsoft.com/office/drawing/2014/main" id="{835F6B4B-D2E4-4886-8E89-7C82221BE4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01600" y="2638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12" name="text-623">
            <a:extLst xmlns:a="http://schemas.openxmlformats.org/drawingml/2006/main">
              <a:ext uri="{FF2B5EF4-FFF2-40B4-BE49-F238E27FC236}">
                <a16:creationId xmlns:a16="http://schemas.microsoft.com/office/drawing/2014/main" id="{2FE3CDA5-8AD6-4178-835F-180C95E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361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cfg_mode, cfg_n, cfg_ops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in_valid / in_ready</a:t>
            </a:r>
          </a:p>
        </p:txBody>
      </p:sp>
      <p:cxnSp>
        <p:nvCxnSpPr>
          <p:cNvPr id="13" name="wire-624">
            <a:extLst xmlns:a="http://schemas.openxmlformats.org/drawingml/2006/main">
              <a:ext uri="{FF2B5EF4-FFF2-40B4-BE49-F238E27FC236}">
                <a16:creationId xmlns:a16="http://schemas.microsoft.com/office/drawing/2014/main" id="{7B4F9417-7B8D-4A25-A8EF-4381F0013E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26384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14" name="C_CLEAR_SELECT-625">
            <a:extLst xmlns:a="http://schemas.openxmlformats.org/drawingml/2006/main">
              <a:ext uri="{FF2B5EF4-FFF2-40B4-BE49-F238E27FC236}">
                <a16:creationId xmlns:a16="http://schemas.microsoft.com/office/drawing/2014/main" id="{8CBB0B98-1206-45BA-B81A-440AED18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57200" cy="1428750"/>
          </a:xfrm>
          <a:custGeom xmlns:a="http://schemas.openxmlformats.org/drawingml/2006/main">
            <a:pathLst>
              <a:path w="457200" h="1428750">
                <a:moveTo>
                  <a:pt x="0" y="0"/>
                </a:moveTo>
                <a:lnTo>
                  <a:pt x="457200" y="314325"/>
                </a:lnTo>
                <a:lnTo>
                  <a:pt x="457200" y="111442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5" name="C_MODE_SELECT-626">
            <a:extLst xmlns:a="http://schemas.openxmlformats.org/drawingml/2006/main">
              <a:ext uri="{FF2B5EF4-FFF2-40B4-BE49-F238E27FC236}">
                <a16:creationId xmlns:a16="http://schemas.microsoft.com/office/drawing/2014/main" id="{568490E9-B782-4391-99B4-1B584F91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48150"/>
            <a:ext cx="457200" cy="1428750"/>
          </a:xfrm>
          <a:custGeom xmlns:a="http://schemas.openxmlformats.org/drawingml/2006/main">
            <a:pathLst>
              <a:path w="457200" h="1428750">
                <a:moveTo>
                  <a:pt x="0" y="0"/>
                </a:moveTo>
                <a:lnTo>
                  <a:pt x="457200" y="314325"/>
                </a:lnTo>
                <a:lnTo>
                  <a:pt x="457200" y="111442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6" name="text-627">
            <a:extLst xmlns:a="http://schemas.openxmlformats.org/drawingml/2006/main">
              <a:ext uri="{FF2B5EF4-FFF2-40B4-BE49-F238E27FC236}">
                <a16:creationId xmlns:a16="http://schemas.microsoft.com/office/drawing/2014/main" id="{AF5065F2-9AAB-4055-B22A-71256741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38600"/>
            <a:ext cx="552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17" name="wire-628">
            <a:extLst xmlns:a="http://schemas.openxmlformats.org/drawingml/2006/main">
              <a:ext uri="{FF2B5EF4-FFF2-40B4-BE49-F238E27FC236}">
                <a16:creationId xmlns:a16="http://schemas.microsoft.com/office/drawing/2014/main" id="{DC5DBB22-F112-4D68-8AE9-C4497979F4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57475" y="449580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18" name="wire-629">
            <a:extLst xmlns:a="http://schemas.openxmlformats.org/drawingml/2006/main">
              <a:ext uri="{FF2B5EF4-FFF2-40B4-BE49-F238E27FC236}">
                <a16:creationId xmlns:a16="http://schemas.microsoft.com/office/drawing/2014/main" id="{69500F35-FDB4-476F-A8A6-128A94F044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71950" y="49625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19" name="wire-630">
            <a:extLst xmlns:a="http://schemas.openxmlformats.org/drawingml/2006/main">
              <a:ext uri="{FF2B5EF4-FFF2-40B4-BE49-F238E27FC236}">
                <a16:creationId xmlns:a16="http://schemas.microsoft.com/office/drawing/2014/main" id="{E3E0C7C3-556A-4DC8-B706-EEC8E320B04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461010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20" name="wire-631">
            <a:extLst xmlns:a="http://schemas.openxmlformats.org/drawingml/2006/main">
              <a:ext uri="{FF2B5EF4-FFF2-40B4-BE49-F238E27FC236}">
                <a16:creationId xmlns:a16="http://schemas.microsoft.com/office/drawing/2014/main" id="{15CE62C7-BD81-48A8-B4E1-A93FCD084C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1" name="text-632">
            <a:extLst xmlns:a="http://schemas.openxmlformats.org/drawingml/2006/main">
              <a:ext uri="{FF2B5EF4-FFF2-40B4-BE49-F238E27FC236}">
                <a16:creationId xmlns:a16="http://schemas.microsoft.com/office/drawing/2014/main" id="{0D5CDE6C-3AB7-4135-8BCD-D1B69A0D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245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C_port[31:0]</a:t>
            </a:r>
          </a:p>
        </p:txBody>
      </p:sp>
      <p:cxnSp>
        <p:nvCxnSpPr>
          <p:cNvPr id="22" name="wire-633">
            <a:extLst xmlns:a="http://schemas.openxmlformats.org/drawingml/2006/main">
              <a:ext uri="{FF2B5EF4-FFF2-40B4-BE49-F238E27FC236}">
                <a16:creationId xmlns:a16="http://schemas.microsoft.com/office/drawing/2014/main" id="{F1D064BB-EF49-40F8-AF30-AB412DC2541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343400" y="53530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23" name="wire-634">
            <a:extLst xmlns:a="http://schemas.openxmlformats.org/drawingml/2006/main">
              <a:ext uri="{FF2B5EF4-FFF2-40B4-BE49-F238E27FC236}">
                <a16:creationId xmlns:a16="http://schemas.microsoft.com/office/drawing/2014/main" id="{7FACFE36-8DDA-44AC-AE99-AD1E5DED04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43400" y="53530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24" name="wire-635">
            <a:extLst xmlns:a="http://schemas.openxmlformats.org/drawingml/2006/main">
              <a:ext uri="{FF2B5EF4-FFF2-40B4-BE49-F238E27FC236}">
                <a16:creationId xmlns:a16="http://schemas.microsoft.com/office/drawing/2014/main" id="{907C2A8F-FD5D-458B-97BC-074B2B2DA1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34100" y="49625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5" name="text-636">
            <a:extLst xmlns:a="http://schemas.openxmlformats.org/drawingml/2006/main">
              <a:ext uri="{FF2B5EF4-FFF2-40B4-BE49-F238E27FC236}">
                <a16:creationId xmlns:a16="http://schemas.microsoft.com/office/drawing/2014/main" id="{6AA27A4A-5D8D-4205-8244-C87F3BB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4827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C_eff[31:0]</a:t>
            </a:r>
          </a:p>
        </p:txBody>
      </p:sp>
      <p:sp>
        <p:nvSpPr>
          <p:cNvPr id="26" name="s7-o637">
            <a:extLst xmlns:a="http://schemas.openxmlformats.org/drawingml/2006/main">
              <a:ext uri="{FF2B5EF4-FFF2-40B4-BE49-F238E27FC236}">
                <a16:creationId xmlns:a16="http://schemas.microsoft.com/office/drawing/2014/main" id="{251827D9-44D5-4C6E-88DD-E75156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624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C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P1 / P2</a:t>
            </a:r>
          </a:p>
        </p:txBody>
      </p:sp>
      <p:cxnSp>
        <p:nvCxnSpPr>
          <p:cNvPr id="27" name="wire-638">
            <a:extLst xmlns:a="http://schemas.openxmlformats.org/drawingml/2006/main">
              <a:ext uri="{FF2B5EF4-FFF2-40B4-BE49-F238E27FC236}">
                <a16:creationId xmlns:a16="http://schemas.microsoft.com/office/drawing/2014/main" id="{5FFCC963-C84C-4CDD-A66B-175C9BC25A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82125" y="4962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8" name="BANK-FEEDBACK_C_CONTEXT">
            <a:extLst xmlns:a="http://schemas.openxmlformats.org/drawingml/2006/main">
              <a:ext uri="{FF2B5EF4-FFF2-40B4-BE49-F238E27FC236}">
                <a16:creationId xmlns:a16="http://schemas.microsoft.com/office/drawing/2014/main" id="{F2A6086D-F24F-4D7D-9A39-0D1CA61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952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9" name="CLOCK-SQUARE-FEEDBACK_C_CONTEXT">
            <a:extLst xmlns:a="http://schemas.openxmlformats.org/drawingml/2006/main">
              <a:ext uri="{FF2B5EF4-FFF2-40B4-BE49-F238E27FC236}">
                <a16:creationId xmlns:a16="http://schemas.microsoft.com/office/drawing/2014/main" id="{FA066268-BB82-4A3E-93E3-71F40606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30" name="CLOCK-EDGE-FEEDBACK_C_CONTEXT">
            <a:extLst xmlns:a="http://schemas.openxmlformats.org/drawingml/2006/main">
              <a:ext uri="{FF2B5EF4-FFF2-40B4-BE49-F238E27FC236}">
                <a16:creationId xmlns:a16="http://schemas.microsoft.com/office/drawing/2014/main" id="{E24614A6-5FD3-4EC4-8948-60A377E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31" name="text-639">
            <a:extLst xmlns:a="http://schemas.openxmlformats.org/drawingml/2006/main">
              <a:ext uri="{FF2B5EF4-FFF2-40B4-BE49-F238E27FC236}">
                <a16:creationId xmlns:a16="http://schemas.microsoft.com/office/drawing/2014/main" id="{DE11F4F2-D801-423C-8C1C-BCDC5FC3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5433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C_context</a:t>
            </a:r>
          </a:p>
        </p:txBody>
      </p:sp>
      <p:sp>
        <p:nvSpPr>
          <p:cNvPr id="32" name="s7-o640">
            <a:extLst xmlns:a="http://schemas.openxmlformats.org/drawingml/2006/main">
              <a:ext uri="{FF2B5EF4-FFF2-40B4-BE49-F238E27FC236}">
                <a16:creationId xmlns:a16="http://schemas.microsoft.com/office/drawing/2014/main" id="{FC7E65C4-1957-4939-AAE9-BE4CED0A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362450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C_q + R(P̂)  [NF]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C_q + P̂       [F]</a:t>
            </a:r>
          </a:p>
        </p:txBody>
      </p:sp>
      <p:cxnSp>
        <p:nvCxnSpPr>
          <p:cNvPr id="33" name="wire-641">
            <a:extLst xmlns:a="http://schemas.openxmlformats.org/drawingml/2006/main">
              <a:ext uri="{FF2B5EF4-FFF2-40B4-BE49-F238E27FC236}">
                <a16:creationId xmlns:a16="http://schemas.microsoft.com/office/drawing/2014/main" id="{604B86FC-1B01-4117-BBC0-676DCBBAA6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0" y="49625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4" name="text-642">
            <a:extLst xmlns:a="http://schemas.openxmlformats.org/drawingml/2006/main">
              <a:ext uri="{FF2B5EF4-FFF2-40B4-BE49-F238E27FC236}">
                <a16:creationId xmlns:a16="http://schemas.microsoft.com/office/drawing/2014/main" id="{5B425E73-0164-4847-B24D-3566731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4956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Tích từ lõi nhân</a:t>
            </a:r>
          </a:p>
        </p:txBody>
      </p:sp>
      <p:cxnSp>
        <p:nvCxnSpPr>
          <p:cNvPr id="35" name="wire-643">
            <a:extLst xmlns:a="http://schemas.openxmlformats.org/drawingml/2006/main">
              <a:ext uri="{FF2B5EF4-FFF2-40B4-BE49-F238E27FC236}">
                <a16:creationId xmlns:a16="http://schemas.microsoft.com/office/drawing/2014/main" id="{F402684C-D4B1-4689-B8F6-EFEDDC6E77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39725" y="39243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6" name="s7-o644">
            <a:extLst xmlns:a="http://schemas.openxmlformats.org/drawingml/2006/main">
              <a:ext uri="{FF2B5EF4-FFF2-40B4-BE49-F238E27FC236}">
                <a16:creationId xmlns:a16="http://schemas.microsoft.com/office/drawing/2014/main" id="{272DFC5F-EA08-40FA-8281-7429E1E1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362450"/>
            <a:ext cx="1714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Packer cuối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P1 / P2</a:t>
            </a:r>
          </a:p>
        </p:txBody>
      </p:sp>
      <p:cxnSp>
        <p:nvCxnSpPr>
          <p:cNvPr id="37" name="wire-645">
            <a:extLst xmlns:a="http://schemas.openxmlformats.org/drawingml/2006/main">
              <a:ext uri="{FF2B5EF4-FFF2-40B4-BE49-F238E27FC236}">
                <a16:creationId xmlns:a16="http://schemas.microsoft.com/office/drawing/2014/main" id="{B03C12A4-7C9C-4BD1-95D4-AD8B329D7A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363700" y="49625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38" name="wire-646">
            <a:extLst xmlns:a="http://schemas.openxmlformats.org/drawingml/2006/main">
              <a:ext uri="{FF2B5EF4-FFF2-40B4-BE49-F238E27FC236}">
                <a16:creationId xmlns:a16="http://schemas.microsoft.com/office/drawing/2014/main" id="{C4287240-B8B6-461F-9A5F-12DB5D8868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49750" y="49625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9" name="text-647">
            <a:extLst xmlns:a="http://schemas.openxmlformats.org/drawingml/2006/main">
              <a:ext uri="{FF2B5EF4-FFF2-40B4-BE49-F238E27FC236}">
                <a16:creationId xmlns:a16="http://schemas.microsoft.com/office/drawing/2014/main" id="{C2F29139-B439-4471-8064-69A2BBF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4391025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 / flags</a:t>
            </a:r>
          </a:p>
        </p:txBody>
      </p:sp>
      <p:sp>
        <p:nvSpPr>
          <p:cNvPr id="40" name="s7-o648">
            <a:extLst xmlns:a="http://schemas.openxmlformats.org/drawingml/2006/main">
              <a:ext uri="{FF2B5EF4-FFF2-40B4-BE49-F238E27FC236}">
                <a16:creationId xmlns:a16="http://schemas.microsoft.com/office/drawing/2014/main" id="{13A05881-F0D7-4B77-ABC5-F8AC6D3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wire-649">
            <a:extLst xmlns:a="http://schemas.openxmlformats.org/drawingml/2006/main">
              <a:ext uri="{FF2B5EF4-FFF2-40B4-BE49-F238E27FC236}">
                <a16:creationId xmlns:a16="http://schemas.microsoft.com/office/drawing/2014/main" id="{C4CCB1B1-3A6C-45AC-97AB-662EA91ED2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364075" y="4962525"/>
            <a:ext cx="0" cy="2219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2" name="wire-650">
            <a:extLst xmlns:a="http://schemas.openxmlformats.org/drawingml/2006/main">
              <a:ext uri="{FF2B5EF4-FFF2-40B4-BE49-F238E27FC236}">
                <a16:creationId xmlns:a16="http://schemas.microsoft.com/office/drawing/2014/main" id="{CDC2383A-4E81-4DEA-A784-9F75BBF8365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135350" y="7181850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3" name="BANK-MAC_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B723C6EA-5D2F-4E97-BAB6-78A1DAD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6734175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44" name="CLOCK-SQUARE-MAC_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9ED38274-8AF5-480A-813A-6DDD2036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7629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45" name="CLOCK-EDGE-MAC_ACCUMULATOR_FEEDBACK">
            <a:extLst xmlns:a="http://schemas.openxmlformats.org/drawingml/2006/main">
              <a:ext uri="{FF2B5EF4-FFF2-40B4-BE49-F238E27FC236}">
                <a16:creationId xmlns:a16="http://schemas.microsoft.com/office/drawing/2014/main" id="{18987F11-51A4-4B04-BC06-A77B367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7629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28575" y="123825"/>
                </a:moveTo>
                <a:lnTo>
                  <a:pt x="85725" y="47625"/>
                </a:lnTo>
                <a:lnTo>
                  <a:pt x="1428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cxnSp>
        <p:nvCxnSpPr>
          <p:cNvPr id="46" name="wire-651">
            <a:extLst xmlns:a="http://schemas.openxmlformats.org/drawingml/2006/main">
              <a:ext uri="{FF2B5EF4-FFF2-40B4-BE49-F238E27FC236}">
                <a16:creationId xmlns:a16="http://schemas.microsoft.com/office/drawing/2014/main" id="{8C4A5C34-3930-4BEC-9270-457FB0BB460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457450" y="7181850"/>
            <a:ext cx="13582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7" name="wire-652">
            <a:extLst xmlns:a="http://schemas.openxmlformats.org/drawingml/2006/main">
              <a:ext uri="{FF2B5EF4-FFF2-40B4-BE49-F238E27FC236}">
                <a16:creationId xmlns:a16="http://schemas.microsoft.com/office/drawing/2014/main" id="{C256849C-F030-4ADB-8629-04350DFA743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457450" y="5362575"/>
            <a:ext cx="0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none" w="med" len="med"/>
          </a:ln>
        </p:spPr>
      </p:cxnSp>
      <p:cxnSp>
        <p:nvCxnSpPr>
          <p:cNvPr id="48" name="wire-653">
            <a:extLst xmlns:a="http://schemas.openxmlformats.org/drawingml/2006/main">
              <a:ext uri="{FF2B5EF4-FFF2-40B4-BE49-F238E27FC236}">
                <a16:creationId xmlns:a16="http://schemas.microsoft.com/office/drawing/2014/main" id="{767F6997-757B-4D0A-89E2-45F11D86DB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57450" y="5362575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49" name="text-654">
            <a:extLst xmlns:a="http://schemas.openxmlformats.org/drawingml/2006/main">
              <a:ext uri="{FF2B5EF4-FFF2-40B4-BE49-F238E27FC236}">
                <a16:creationId xmlns:a16="http://schemas.microsoft.com/office/drawing/2014/main" id="{A179AB10-4504-430D-A5A1-FD7202D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80" y="7839075"/>
            <a:ext cx="22555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accumulator_q[31:0]</a:t>
            </a:r>
          </a:p>
        </p:txBody>
      </p:sp>
      <p:sp>
        <p:nvSpPr>
          <p:cNvPr id="50" name="text-655">
            <a:extLst xmlns:a="http://schemas.openxmlformats.org/drawingml/2006/main">
              <a:ext uri="{FF2B5EF4-FFF2-40B4-BE49-F238E27FC236}">
                <a16:creationId xmlns:a16="http://schemas.microsoft.com/office/drawing/2014/main" id="{682E31DB-7648-42ED-B94F-F8EDCFC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385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acc_clr</a:t>
            </a:r>
          </a:p>
        </p:txBody>
      </p:sp>
      <p:cxnSp>
        <p:nvCxnSpPr>
          <p:cNvPr id="51" name="wire-656">
            <a:extLst xmlns:a="http://schemas.openxmlformats.org/drawingml/2006/main">
              <a:ext uri="{FF2B5EF4-FFF2-40B4-BE49-F238E27FC236}">
                <a16:creationId xmlns:a16="http://schemas.microsoft.com/office/drawing/2014/main" id="{3877BF05-36DE-4E52-AB1B-9225A465A4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43350" y="4057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52" name="text-657">
            <a:extLst xmlns:a="http://schemas.openxmlformats.org/drawingml/2006/main">
              <a:ext uri="{FF2B5EF4-FFF2-40B4-BE49-F238E27FC236}">
                <a16:creationId xmlns:a16="http://schemas.microsoft.com/office/drawing/2014/main" id="{1963FFD0-E4EE-4867-9F87-A741D65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acc_mode</a:t>
            </a:r>
          </a:p>
        </p:txBody>
      </p:sp>
      <p:cxnSp>
        <p:nvCxnSpPr>
          <p:cNvPr id="53" name="wire-658">
            <a:extLst xmlns:a="http://schemas.openxmlformats.org/drawingml/2006/main">
              <a:ext uri="{FF2B5EF4-FFF2-40B4-BE49-F238E27FC236}">
                <a16:creationId xmlns:a16="http://schemas.microsoft.com/office/drawing/2014/main" id="{CCE3BB04-360A-4034-95D3-FBF34C436C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4057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cxnSp>
        <p:nvCxnSpPr>
          <p:cNvPr id="54" name="wire-659">
            <a:extLst xmlns:a="http://schemas.openxmlformats.org/drawingml/2006/main">
              <a:ext uri="{FF2B5EF4-FFF2-40B4-BE49-F238E27FC236}">
                <a16:creationId xmlns:a16="http://schemas.microsoft.com/office/drawing/2014/main" id="{B114D1A7-AF56-40D2-91AD-8735E56B0C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53550" y="32861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55" name="wire-660">
            <a:extLst xmlns:a="http://schemas.openxmlformats.org/drawingml/2006/main">
              <a:ext uri="{FF2B5EF4-FFF2-40B4-BE49-F238E27FC236}">
                <a16:creationId xmlns:a16="http://schemas.microsoft.com/office/drawing/2014/main" id="{BE7FBDF2-3F21-4053-90FA-33E229DDE2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67875" y="3286125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56" name="wire-661">
            <a:extLst xmlns:a="http://schemas.openxmlformats.org/drawingml/2006/main">
              <a:ext uri="{FF2B5EF4-FFF2-40B4-BE49-F238E27FC236}">
                <a16:creationId xmlns:a16="http://schemas.microsoft.com/office/drawing/2014/main" id="{1F075A71-A43A-4C27-9C42-BF28ED9A81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67875" y="4152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57" name="text-662">
            <a:extLst xmlns:a="http://schemas.openxmlformats.org/drawingml/2006/main">
              <a:ext uri="{FF2B5EF4-FFF2-40B4-BE49-F238E27FC236}">
                <a16:creationId xmlns:a16="http://schemas.microsoft.com/office/drawing/2014/main" id="{2D99CF2E-ACDD-4CA1-8C0A-70B599E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52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pair_retire</a:t>
            </a:r>
          </a:p>
        </p:txBody>
      </p:sp>
      <p:sp>
        <p:nvSpPr>
          <p:cNvPr id="58" name="s7-o663">
            <a:extLst xmlns:a="http://schemas.openxmlformats.org/drawingml/2006/main">
              <a:ext uri="{FF2B5EF4-FFF2-40B4-BE49-F238E27FC236}">
                <a16:creationId xmlns:a16="http://schemas.microsoft.com/office/drawing/2014/main" id="{98BD3D9B-152A-46AE-8E2A-2290F0D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8296275"/>
            <a:ext cx="64484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commit = pack_out_valid &amp; !committed_q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acc_mode_q=1: lưu D đúng một lần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Clear: pair_accept &amp; acc_mode &amp; acc_clr</a:t>
            </a:r>
          </a:p>
        </p:txBody>
      </p:sp>
      <p:cxnSp>
        <p:nvCxnSpPr>
          <p:cNvPr id="59" name="wire-664">
            <a:extLst xmlns:a="http://schemas.openxmlformats.org/drawingml/2006/main">
              <a:ext uri="{FF2B5EF4-FFF2-40B4-BE49-F238E27FC236}">
                <a16:creationId xmlns:a16="http://schemas.microsoft.com/office/drawing/2014/main" id="{13810B34-A898-4F04-92FE-3B85B820ED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068800" y="8620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60" name="wire-665">
            <a:extLst xmlns:a="http://schemas.openxmlformats.org/drawingml/2006/main">
              <a:ext uri="{FF2B5EF4-FFF2-40B4-BE49-F238E27FC236}">
                <a16:creationId xmlns:a16="http://schemas.microsoft.com/office/drawing/2014/main" id="{6808228B-94DF-4C1C-8FB8-C27D2CBD4D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7621250" y="6886575"/>
            <a:ext cx="0" cy="1733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none" w="med" len="med"/>
          </a:ln>
        </p:spPr>
      </p:cxnSp>
      <p:cxnSp>
        <p:nvCxnSpPr>
          <p:cNvPr id="61" name="wire-666">
            <a:extLst xmlns:a="http://schemas.openxmlformats.org/drawingml/2006/main">
              <a:ext uri="{FF2B5EF4-FFF2-40B4-BE49-F238E27FC236}">
                <a16:creationId xmlns:a16="http://schemas.microsoft.com/office/drawing/2014/main" id="{BE36615D-804B-461A-917C-1301A33881F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135350" y="68865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7A"/>
            </a:solidFill>
            <a:prstDash val="dash"/>
            <a:tailEnd type="arrow" w="sm" len="sm"/>
          </a:ln>
        </p:spPr>
      </p:cxnSp>
      <p:sp>
        <p:nvSpPr>
          <p:cNvPr id="62" name="text-667">
            <a:extLst xmlns:a="http://schemas.openxmlformats.org/drawingml/2006/main">
              <a:ext uri="{FF2B5EF4-FFF2-40B4-BE49-F238E27FC236}">
                <a16:creationId xmlns:a16="http://schemas.microsoft.com/office/drawing/2014/main" id="{B6AEC93F-4E71-44D2-AC65-18E902C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4293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CE</a:t>
            </a:r>
          </a:p>
        </p:txBody>
      </p:sp>
      <p:sp>
        <p:nvSpPr>
          <p:cNvPr id="63" name="text-668">
            <a:extLst xmlns:a="http://schemas.openxmlformats.org/drawingml/2006/main">
              <a:ext uri="{FF2B5EF4-FFF2-40B4-BE49-F238E27FC236}">
                <a16:creationId xmlns:a16="http://schemas.microsoft.com/office/drawing/2014/main" id="{FC2A2266-9781-4F13-BD5D-AA957818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722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5F747A"/>
                </a:solidFill>
                <a:latin typeface="Times New Roman"/>
                <a:ea typeface="Times New Roman"/>
                <a:cs typeface="Times New Roman"/>
              </a:rPr>
              <a:t>retire = out_valid &amp; out_ready</a:t>
            </a:r>
          </a:p>
        </p:txBody>
      </p:sp>
      <p:sp>
        <p:nvSpPr>
          <p:cNvPr id="64" name="text-669">
            <a:extLst xmlns:a="http://schemas.openxmlformats.org/drawingml/2006/main">
              <a:ext uri="{FF2B5EF4-FFF2-40B4-BE49-F238E27FC236}">
                <a16:creationId xmlns:a16="http://schemas.microsoft.com/office/drawing/2014/main" id="{9F1AABA9-4D30-4E9E-A498-38B34DA4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505700"/>
            <a:ext cx="7086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Stall đầu ra: giữ D/flags, không commit lặp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Nhả busy chỉ khi retire</a:t>
            </a:r>
          </a:p>
        </p:txBody>
      </p:sp>
      <p:sp>
        <p:nvSpPr>
          <p:cNvPr id="65" name="s7-o670">
            <a:extLst xmlns:a="http://schemas.openxmlformats.org/drawingml/2006/main">
              <a:ext uri="{FF2B5EF4-FFF2-40B4-BE49-F238E27FC236}">
                <a16:creationId xmlns:a16="http://schemas.microsoft.com/office/drawing/2014/main" id="{2B130956-D0AC-4EB1-ACAA-D6668ABB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48675"/>
            <a:ext cx="747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Reset bridge + local 2FF release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Startup barrier trước khi nhận giao dịch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ready = !valid || downstream_ready</a:t>
            </a:r>
          </a:p>
        </p:txBody>
      </p:sp>
      <p:sp>
        <p:nvSpPr>
          <p:cNvPr id="66" name="text-671">
            <a:extLst xmlns:a="http://schemas.openxmlformats.org/drawingml/2006/main">
              <a:ext uri="{FF2B5EF4-FFF2-40B4-BE49-F238E27FC236}">
                <a16:creationId xmlns:a16="http://schemas.microsoft.com/office/drawing/2014/main" id="{1D625260-2C25-474F-9FD5-F045EC5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685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Mỗi thanh mảnh biểu diễn một bank FF có cùng clock/enable. Các FF feedback/control không tạo thêm tầng nối tiếp.</a:t>
            </a:r>
          </a:p>
        </p:txBody>
      </p:sp>
    </p:spTree>
    <p:extLst>
      <p:ext uri="{BB962C8B-B14F-4D97-AF65-F5344CB8AC3E}">
        <p14:creationId xmlns:p14="http://schemas.microsoft.com/office/powerpoint/2010/main" val="479743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2026-10-18T15:54:29.2470000Z</dcterms:created>
  <dcterms:modified xsi:type="dcterms:W3CDTF">2026-10-18T15:54:29.2470000Z</dcterms:modified>
</coreProperties>
</file>